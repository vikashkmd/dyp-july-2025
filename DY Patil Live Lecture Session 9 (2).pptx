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notesSlides/notesSlide4.xml" ContentType="application/vnd.openxmlformats-officedocument.presentationml.notesSlide+xml"/>
  <Override PartName="/ppt/ink/ink32.xml" ContentType="application/inkml+xml"/>
  <Override PartName="/ppt/ink/ink33.xml" ContentType="application/inkml+xml"/>
  <Override PartName="/ppt/ink/ink34.xml" ContentType="application/inkml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notesSlides/notesSlide1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9" r:id="rId3"/>
    <p:sldId id="307" r:id="rId4"/>
    <p:sldId id="348" r:id="rId5"/>
    <p:sldId id="260" r:id="rId6"/>
    <p:sldId id="274" r:id="rId7"/>
    <p:sldId id="362" r:id="rId8"/>
    <p:sldId id="371" r:id="rId9"/>
    <p:sldId id="275" r:id="rId10"/>
    <p:sldId id="354" r:id="rId11"/>
    <p:sldId id="336" r:id="rId12"/>
    <p:sldId id="370" r:id="rId13"/>
    <p:sldId id="355" r:id="rId14"/>
    <p:sldId id="368" r:id="rId15"/>
    <p:sldId id="367" r:id="rId16"/>
    <p:sldId id="369" r:id="rId17"/>
    <p:sldId id="363" r:id="rId18"/>
    <p:sldId id="295" r:id="rId19"/>
    <p:sldId id="296" r:id="rId20"/>
    <p:sldId id="357" r:id="rId21"/>
    <p:sldId id="356" r:id="rId22"/>
    <p:sldId id="358" r:id="rId23"/>
    <p:sldId id="359" r:id="rId24"/>
    <p:sldId id="364" r:id="rId25"/>
    <p:sldId id="349" r:id="rId26"/>
    <p:sldId id="365" r:id="rId27"/>
    <p:sldId id="265" r:id="rId28"/>
    <p:sldId id="366" r:id="rId29"/>
    <p:sldId id="266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iwLDOCn0WKxArqnF+jn2TOOhJ2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43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svg"/><Relationship Id="rId1" Type="http://schemas.openxmlformats.org/officeDocument/2006/relationships/image" Target="../media/image102.png"/><Relationship Id="rId4" Type="http://schemas.openxmlformats.org/officeDocument/2006/relationships/image" Target="../media/image10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svg"/><Relationship Id="rId1" Type="http://schemas.openxmlformats.org/officeDocument/2006/relationships/image" Target="../media/image102.png"/><Relationship Id="rId4" Type="http://schemas.openxmlformats.org/officeDocument/2006/relationships/image" Target="../media/image10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0332EA-496E-4C13-A69B-3EE38D03D62D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C40CE1C-DAFD-40B3-91E3-FD3EEF20A41A}">
      <dgm:prSet/>
      <dgm:spPr>
        <a:xfrm>
          <a:off x="394335" y="63189"/>
          <a:ext cx="5520690" cy="708480"/>
        </a:xfrm>
        <a:prstGeom prst="roundRect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Time-consuming</a:t>
          </a:r>
        </a:p>
      </dgm:t>
    </dgm:pt>
    <dgm:pt modelId="{FD189114-340E-412B-BE35-6A634C845010}" type="parTrans" cxnId="{CD8636ED-F896-4936-92CF-FDA0D5869FA7}">
      <dgm:prSet/>
      <dgm:spPr/>
      <dgm:t>
        <a:bodyPr/>
        <a:lstStyle/>
        <a:p>
          <a:endParaRPr lang="en-US"/>
        </a:p>
      </dgm:t>
    </dgm:pt>
    <dgm:pt modelId="{9A458E23-4A96-4C28-A360-E9C6F0F44066}" type="sibTrans" cxnId="{CD8636ED-F896-4936-92CF-FDA0D5869FA7}">
      <dgm:prSet/>
      <dgm:spPr/>
      <dgm:t>
        <a:bodyPr/>
        <a:lstStyle/>
        <a:p>
          <a:endParaRPr lang="en-US"/>
        </a:p>
      </dgm:t>
    </dgm:pt>
    <dgm:pt modelId="{FBC6C3DD-8A7E-4C77-A2B9-864EA1CABF80}">
      <dgm:prSet/>
      <dgm:spPr>
        <a:xfrm>
          <a:off x="394335" y="1151829"/>
          <a:ext cx="5520690" cy="708480"/>
        </a:xfrm>
        <a:prstGeom prst="round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Groupism risk</a:t>
          </a:r>
        </a:p>
      </dgm:t>
    </dgm:pt>
    <dgm:pt modelId="{5D831EBC-A104-4C8B-BCF4-E0AC444A7972}" type="parTrans" cxnId="{D24E572D-00AC-4B14-8E8B-E419722C0781}">
      <dgm:prSet/>
      <dgm:spPr/>
      <dgm:t>
        <a:bodyPr/>
        <a:lstStyle/>
        <a:p>
          <a:endParaRPr lang="en-US"/>
        </a:p>
      </dgm:t>
    </dgm:pt>
    <dgm:pt modelId="{C6FFBA10-BC6A-4973-AA76-6318EC373CC3}" type="sibTrans" cxnId="{D24E572D-00AC-4B14-8E8B-E419722C0781}">
      <dgm:prSet/>
      <dgm:spPr/>
      <dgm:t>
        <a:bodyPr/>
        <a:lstStyle/>
        <a:p>
          <a:endParaRPr lang="en-US"/>
        </a:p>
      </dgm:t>
    </dgm:pt>
    <dgm:pt modelId="{01C6D7E1-4714-4822-A812-DF66644C6ABC}">
      <dgm:prSet/>
      <dgm:spPr>
        <a:xfrm>
          <a:off x="394335" y="2240469"/>
          <a:ext cx="5520690" cy="708480"/>
        </a:xfrm>
        <a:prstGeom prst="roundRect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Dominance issues</a:t>
          </a:r>
        </a:p>
      </dgm:t>
    </dgm:pt>
    <dgm:pt modelId="{F7D19066-5BC6-4F91-960E-E4B9B36608A2}" type="parTrans" cxnId="{BA1B667E-4FCF-4BBA-A62F-7325A4E2CE6C}">
      <dgm:prSet/>
      <dgm:spPr/>
      <dgm:t>
        <a:bodyPr/>
        <a:lstStyle/>
        <a:p>
          <a:endParaRPr lang="en-US"/>
        </a:p>
      </dgm:t>
    </dgm:pt>
    <dgm:pt modelId="{2953B602-CA76-4135-BDBD-28EEF54B8871}" type="sibTrans" cxnId="{BA1B667E-4FCF-4BBA-A62F-7325A4E2CE6C}">
      <dgm:prSet/>
      <dgm:spPr/>
      <dgm:t>
        <a:bodyPr/>
        <a:lstStyle/>
        <a:p>
          <a:endParaRPr lang="en-US"/>
        </a:p>
      </dgm:t>
    </dgm:pt>
    <dgm:pt modelId="{7D3F095A-6D62-4A18-B4AC-F34282080249}">
      <dgm:prSet/>
      <dgm:spPr>
        <a:xfrm>
          <a:off x="394335" y="3329109"/>
          <a:ext cx="5520690" cy="708480"/>
        </a:xfrm>
        <a:prstGeom prst="round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Accountability problems</a:t>
          </a:r>
        </a:p>
      </dgm:t>
    </dgm:pt>
    <dgm:pt modelId="{276CB8CC-1C02-435C-85C0-A1D757B6FE79}" type="parTrans" cxnId="{04F3D24E-864C-406B-8B35-7FB71CBD8139}">
      <dgm:prSet/>
      <dgm:spPr/>
      <dgm:t>
        <a:bodyPr/>
        <a:lstStyle/>
        <a:p>
          <a:endParaRPr lang="en-US"/>
        </a:p>
      </dgm:t>
    </dgm:pt>
    <dgm:pt modelId="{26DC76D1-2514-4704-9701-31043A7738D1}" type="sibTrans" cxnId="{04F3D24E-864C-406B-8B35-7FB71CBD8139}">
      <dgm:prSet/>
      <dgm:spPr/>
      <dgm:t>
        <a:bodyPr/>
        <a:lstStyle/>
        <a:p>
          <a:endParaRPr lang="en-US"/>
        </a:p>
      </dgm:t>
    </dgm:pt>
    <dgm:pt modelId="{18392D27-710C-4241-AC8F-E98FF9CFF1C0}" type="pres">
      <dgm:prSet presAssocID="{9B0332EA-496E-4C13-A69B-3EE38D03D62D}" presName="linear" presStyleCnt="0">
        <dgm:presLayoutVars>
          <dgm:dir/>
          <dgm:animLvl val="lvl"/>
          <dgm:resizeHandles val="exact"/>
        </dgm:presLayoutVars>
      </dgm:prSet>
      <dgm:spPr/>
    </dgm:pt>
    <dgm:pt modelId="{ABD35486-24B4-4612-BA34-7706D70E9161}" type="pres">
      <dgm:prSet presAssocID="{DC40CE1C-DAFD-40B3-91E3-FD3EEF20A41A}" presName="parentLin" presStyleCnt="0"/>
      <dgm:spPr/>
    </dgm:pt>
    <dgm:pt modelId="{2E175C44-690F-42F5-82F0-12E41827240F}" type="pres">
      <dgm:prSet presAssocID="{DC40CE1C-DAFD-40B3-91E3-FD3EEF20A41A}" presName="parentLeftMargin" presStyleLbl="node1" presStyleIdx="0" presStyleCnt="4"/>
      <dgm:spPr/>
    </dgm:pt>
    <dgm:pt modelId="{20B582D8-D750-4300-94B8-EE6FA4A3D059}" type="pres">
      <dgm:prSet presAssocID="{DC40CE1C-DAFD-40B3-91E3-FD3EEF20A41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83D4263-C60B-414B-9C97-96450DE813B7}" type="pres">
      <dgm:prSet presAssocID="{DC40CE1C-DAFD-40B3-91E3-FD3EEF20A41A}" presName="negativeSpace" presStyleCnt="0"/>
      <dgm:spPr/>
    </dgm:pt>
    <dgm:pt modelId="{752A7623-ECD9-4380-BA06-E079FF15D907}" type="pres">
      <dgm:prSet presAssocID="{DC40CE1C-DAFD-40B3-91E3-FD3EEF20A41A}" presName="childText" presStyleLbl="conFgAcc1" presStyleIdx="0" presStyleCnt="4">
        <dgm:presLayoutVars>
          <dgm:bulletEnabled val="1"/>
        </dgm:presLayoutVars>
      </dgm:prSet>
      <dgm:spPr>
        <a:xfrm>
          <a:off x="0" y="417429"/>
          <a:ext cx="7886700" cy="604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</dgm:pt>
    <dgm:pt modelId="{1F288A38-EA88-4EA4-A457-49F444781FF5}" type="pres">
      <dgm:prSet presAssocID="{9A458E23-4A96-4C28-A360-E9C6F0F44066}" presName="spaceBetweenRectangles" presStyleCnt="0"/>
      <dgm:spPr/>
    </dgm:pt>
    <dgm:pt modelId="{B164A66E-6522-4E5E-B73C-ED5672E889F7}" type="pres">
      <dgm:prSet presAssocID="{FBC6C3DD-8A7E-4C77-A2B9-864EA1CABF80}" presName="parentLin" presStyleCnt="0"/>
      <dgm:spPr/>
    </dgm:pt>
    <dgm:pt modelId="{C60C595D-BDF2-4EC2-844F-1D44F698FBB1}" type="pres">
      <dgm:prSet presAssocID="{FBC6C3DD-8A7E-4C77-A2B9-864EA1CABF80}" presName="parentLeftMargin" presStyleLbl="node1" presStyleIdx="0" presStyleCnt="4"/>
      <dgm:spPr/>
    </dgm:pt>
    <dgm:pt modelId="{D260231C-C9DB-4821-8FC1-33F17086B85B}" type="pres">
      <dgm:prSet presAssocID="{FBC6C3DD-8A7E-4C77-A2B9-864EA1CABF8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0745378-5DA3-4B1E-8028-A1625D617824}" type="pres">
      <dgm:prSet presAssocID="{FBC6C3DD-8A7E-4C77-A2B9-864EA1CABF80}" presName="negativeSpace" presStyleCnt="0"/>
      <dgm:spPr/>
    </dgm:pt>
    <dgm:pt modelId="{12E2FFFD-AC6F-47A2-9340-BBEB04AB276A}" type="pres">
      <dgm:prSet presAssocID="{FBC6C3DD-8A7E-4C77-A2B9-864EA1CABF80}" presName="childText" presStyleLbl="conFgAcc1" presStyleIdx="1" presStyleCnt="4">
        <dgm:presLayoutVars>
          <dgm:bulletEnabled val="1"/>
        </dgm:presLayoutVars>
      </dgm:prSet>
      <dgm:spPr>
        <a:xfrm>
          <a:off x="0" y="1506069"/>
          <a:ext cx="7886700" cy="604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</a:ln>
        <a:effectLst/>
      </dgm:spPr>
    </dgm:pt>
    <dgm:pt modelId="{C81F8902-8D01-4C19-A8BB-3EE3E483864A}" type="pres">
      <dgm:prSet presAssocID="{C6FFBA10-BC6A-4973-AA76-6318EC373CC3}" presName="spaceBetweenRectangles" presStyleCnt="0"/>
      <dgm:spPr/>
    </dgm:pt>
    <dgm:pt modelId="{0D40CA7E-1FE4-431D-B713-420EBB60AE57}" type="pres">
      <dgm:prSet presAssocID="{01C6D7E1-4714-4822-A812-DF66644C6ABC}" presName="parentLin" presStyleCnt="0"/>
      <dgm:spPr/>
    </dgm:pt>
    <dgm:pt modelId="{0B8B3657-4C3B-43FD-805D-52A5207D44CB}" type="pres">
      <dgm:prSet presAssocID="{01C6D7E1-4714-4822-A812-DF66644C6ABC}" presName="parentLeftMargin" presStyleLbl="node1" presStyleIdx="1" presStyleCnt="4"/>
      <dgm:spPr/>
    </dgm:pt>
    <dgm:pt modelId="{67EEF022-9C2F-483F-BA9D-F17B1ECB35D8}" type="pres">
      <dgm:prSet presAssocID="{01C6D7E1-4714-4822-A812-DF66644C6AB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1018E1A-CD81-468C-8C1B-5DEF00933D5A}" type="pres">
      <dgm:prSet presAssocID="{01C6D7E1-4714-4822-A812-DF66644C6ABC}" presName="negativeSpace" presStyleCnt="0"/>
      <dgm:spPr/>
    </dgm:pt>
    <dgm:pt modelId="{3B0C0A3B-D31C-4C0D-BAAF-CCF70783F737}" type="pres">
      <dgm:prSet presAssocID="{01C6D7E1-4714-4822-A812-DF66644C6ABC}" presName="childText" presStyleLbl="conFgAcc1" presStyleIdx="2" presStyleCnt="4">
        <dgm:presLayoutVars>
          <dgm:bulletEnabled val="1"/>
        </dgm:presLayoutVars>
      </dgm:prSet>
      <dgm:spPr>
        <a:xfrm>
          <a:off x="0" y="2594709"/>
          <a:ext cx="7886700" cy="604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</a:ln>
        <a:effectLst/>
      </dgm:spPr>
    </dgm:pt>
    <dgm:pt modelId="{44A26371-C4D2-406A-B35A-75391D457A6E}" type="pres">
      <dgm:prSet presAssocID="{2953B602-CA76-4135-BDBD-28EEF54B8871}" presName="spaceBetweenRectangles" presStyleCnt="0"/>
      <dgm:spPr/>
    </dgm:pt>
    <dgm:pt modelId="{4EEF4E91-1C3D-4EBB-8147-7968546E6C10}" type="pres">
      <dgm:prSet presAssocID="{7D3F095A-6D62-4A18-B4AC-F34282080249}" presName="parentLin" presStyleCnt="0"/>
      <dgm:spPr/>
    </dgm:pt>
    <dgm:pt modelId="{B32570F5-4FB9-4FE4-916A-2C9B5F933703}" type="pres">
      <dgm:prSet presAssocID="{7D3F095A-6D62-4A18-B4AC-F34282080249}" presName="parentLeftMargin" presStyleLbl="node1" presStyleIdx="2" presStyleCnt="4"/>
      <dgm:spPr/>
    </dgm:pt>
    <dgm:pt modelId="{2E1A0F73-2865-4763-B6EC-A52CCA416C63}" type="pres">
      <dgm:prSet presAssocID="{7D3F095A-6D62-4A18-B4AC-F3428208024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A889D7A-EB87-4FD4-9EBA-B9304AA558D1}" type="pres">
      <dgm:prSet presAssocID="{7D3F095A-6D62-4A18-B4AC-F34282080249}" presName="negativeSpace" presStyleCnt="0"/>
      <dgm:spPr/>
    </dgm:pt>
    <dgm:pt modelId="{119704A7-17D7-4F40-BAE0-BFAAAF83FE2D}" type="pres">
      <dgm:prSet presAssocID="{7D3F095A-6D62-4A18-B4AC-F34282080249}" presName="childText" presStyleLbl="conFgAcc1" presStyleIdx="3" presStyleCnt="4">
        <dgm:presLayoutVars>
          <dgm:bulletEnabled val="1"/>
        </dgm:presLayoutVars>
      </dgm:prSet>
      <dgm:spPr>
        <a:xfrm>
          <a:off x="0" y="3683349"/>
          <a:ext cx="7886700" cy="604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</a:ln>
        <a:effectLst/>
      </dgm:spPr>
    </dgm:pt>
  </dgm:ptLst>
  <dgm:cxnLst>
    <dgm:cxn modelId="{B23D521A-EAE0-415A-9A5B-FDC0F70F6B77}" type="presOf" srcId="{DC40CE1C-DAFD-40B3-91E3-FD3EEF20A41A}" destId="{20B582D8-D750-4300-94B8-EE6FA4A3D059}" srcOrd="1" destOrd="0" presId="urn:microsoft.com/office/officeart/2005/8/layout/list1"/>
    <dgm:cxn modelId="{3A722C22-8768-4374-8684-47C82B9A62A0}" type="presOf" srcId="{9B0332EA-496E-4C13-A69B-3EE38D03D62D}" destId="{18392D27-710C-4241-AC8F-E98FF9CFF1C0}" srcOrd="0" destOrd="0" presId="urn:microsoft.com/office/officeart/2005/8/layout/list1"/>
    <dgm:cxn modelId="{D24E572D-00AC-4B14-8E8B-E419722C0781}" srcId="{9B0332EA-496E-4C13-A69B-3EE38D03D62D}" destId="{FBC6C3DD-8A7E-4C77-A2B9-864EA1CABF80}" srcOrd="1" destOrd="0" parTransId="{5D831EBC-A104-4C8B-BCF4-E0AC444A7972}" sibTransId="{C6FFBA10-BC6A-4973-AA76-6318EC373CC3}"/>
    <dgm:cxn modelId="{275C065F-43BD-4822-BF0C-1CD69A16D76C}" type="presOf" srcId="{FBC6C3DD-8A7E-4C77-A2B9-864EA1CABF80}" destId="{C60C595D-BDF2-4EC2-844F-1D44F698FBB1}" srcOrd="0" destOrd="0" presId="urn:microsoft.com/office/officeart/2005/8/layout/list1"/>
    <dgm:cxn modelId="{DA90A146-5B81-4DE7-ABAC-325A3E6A120C}" type="presOf" srcId="{01C6D7E1-4714-4822-A812-DF66644C6ABC}" destId="{67EEF022-9C2F-483F-BA9D-F17B1ECB35D8}" srcOrd="1" destOrd="0" presId="urn:microsoft.com/office/officeart/2005/8/layout/list1"/>
    <dgm:cxn modelId="{04F3D24E-864C-406B-8B35-7FB71CBD8139}" srcId="{9B0332EA-496E-4C13-A69B-3EE38D03D62D}" destId="{7D3F095A-6D62-4A18-B4AC-F34282080249}" srcOrd="3" destOrd="0" parTransId="{276CB8CC-1C02-435C-85C0-A1D757B6FE79}" sibTransId="{26DC76D1-2514-4704-9701-31043A7738D1}"/>
    <dgm:cxn modelId="{4D083C76-444E-4EA3-BFEC-3A1CF3B7E27E}" type="presOf" srcId="{7D3F095A-6D62-4A18-B4AC-F34282080249}" destId="{2E1A0F73-2865-4763-B6EC-A52CCA416C63}" srcOrd="1" destOrd="0" presId="urn:microsoft.com/office/officeart/2005/8/layout/list1"/>
    <dgm:cxn modelId="{3A242958-FCB7-43F2-848E-E77A16FD18C3}" type="presOf" srcId="{7D3F095A-6D62-4A18-B4AC-F34282080249}" destId="{B32570F5-4FB9-4FE4-916A-2C9B5F933703}" srcOrd="0" destOrd="0" presId="urn:microsoft.com/office/officeart/2005/8/layout/list1"/>
    <dgm:cxn modelId="{BA1B667E-4FCF-4BBA-A62F-7325A4E2CE6C}" srcId="{9B0332EA-496E-4C13-A69B-3EE38D03D62D}" destId="{01C6D7E1-4714-4822-A812-DF66644C6ABC}" srcOrd="2" destOrd="0" parTransId="{F7D19066-5BC6-4F91-960E-E4B9B36608A2}" sibTransId="{2953B602-CA76-4135-BDBD-28EEF54B8871}"/>
    <dgm:cxn modelId="{5DDB219F-A368-4909-B95D-2E45D1D3F5A6}" type="presOf" srcId="{01C6D7E1-4714-4822-A812-DF66644C6ABC}" destId="{0B8B3657-4C3B-43FD-805D-52A5207D44CB}" srcOrd="0" destOrd="0" presId="urn:microsoft.com/office/officeart/2005/8/layout/list1"/>
    <dgm:cxn modelId="{9F60E7AB-69EB-471F-B1BF-CB432090BE2C}" type="presOf" srcId="{FBC6C3DD-8A7E-4C77-A2B9-864EA1CABF80}" destId="{D260231C-C9DB-4821-8FC1-33F17086B85B}" srcOrd="1" destOrd="0" presId="urn:microsoft.com/office/officeart/2005/8/layout/list1"/>
    <dgm:cxn modelId="{197A8DCF-CAE8-41E2-A634-A9C5FDA0E869}" type="presOf" srcId="{DC40CE1C-DAFD-40B3-91E3-FD3EEF20A41A}" destId="{2E175C44-690F-42F5-82F0-12E41827240F}" srcOrd="0" destOrd="0" presId="urn:microsoft.com/office/officeart/2005/8/layout/list1"/>
    <dgm:cxn modelId="{CD8636ED-F896-4936-92CF-FDA0D5869FA7}" srcId="{9B0332EA-496E-4C13-A69B-3EE38D03D62D}" destId="{DC40CE1C-DAFD-40B3-91E3-FD3EEF20A41A}" srcOrd="0" destOrd="0" parTransId="{FD189114-340E-412B-BE35-6A634C845010}" sibTransId="{9A458E23-4A96-4C28-A360-E9C6F0F44066}"/>
    <dgm:cxn modelId="{B27B97FC-96CC-4622-8ABF-F93C219E7824}" type="presParOf" srcId="{18392D27-710C-4241-AC8F-E98FF9CFF1C0}" destId="{ABD35486-24B4-4612-BA34-7706D70E9161}" srcOrd="0" destOrd="0" presId="urn:microsoft.com/office/officeart/2005/8/layout/list1"/>
    <dgm:cxn modelId="{C0300DCB-2618-459A-82BE-6983A3CC0704}" type="presParOf" srcId="{ABD35486-24B4-4612-BA34-7706D70E9161}" destId="{2E175C44-690F-42F5-82F0-12E41827240F}" srcOrd="0" destOrd="0" presId="urn:microsoft.com/office/officeart/2005/8/layout/list1"/>
    <dgm:cxn modelId="{B3140003-AD34-46D0-AC32-3E6BA09D9738}" type="presParOf" srcId="{ABD35486-24B4-4612-BA34-7706D70E9161}" destId="{20B582D8-D750-4300-94B8-EE6FA4A3D059}" srcOrd="1" destOrd="0" presId="urn:microsoft.com/office/officeart/2005/8/layout/list1"/>
    <dgm:cxn modelId="{149F2949-8567-4760-B631-FC4E17228705}" type="presParOf" srcId="{18392D27-710C-4241-AC8F-E98FF9CFF1C0}" destId="{383D4263-C60B-414B-9C97-96450DE813B7}" srcOrd="1" destOrd="0" presId="urn:microsoft.com/office/officeart/2005/8/layout/list1"/>
    <dgm:cxn modelId="{D4F68358-9F0F-4CFE-AA9D-816F7BBB9E50}" type="presParOf" srcId="{18392D27-710C-4241-AC8F-E98FF9CFF1C0}" destId="{752A7623-ECD9-4380-BA06-E079FF15D907}" srcOrd="2" destOrd="0" presId="urn:microsoft.com/office/officeart/2005/8/layout/list1"/>
    <dgm:cxn modelId="{C50742EC-BF8D-4174-B238-5E3014CDB3D6}" type="presParOf" srcId="{18392D27-710C-4241-AC8F-E98FF9CFF1C0}" destId="{1F288A38-EA88-4EA4-A457-49F444781FF5}" srcOrd="3" destOrd="0" presId="urn:microsoft.com/office/officeart/2005/8/layout/list1"/>
    <dgm:cxn modelId="{4B381C85-DB24-4309-BBCE-FF80FED54B51}" type="presParOf" srcId="{18392D27-710C-4241-AC8F-E98FF9CFF1C0}" destId="{B164A66E-6522-4E5E-B73C-ED5672E889F7}" srcOrd="4" destOrd="0" presId="urn:microsoft.com/office/officeart/2005/8/layout/list1"/>
    <dgm:cxn modelId="{66BA6F50-FF89-44E3-9C92-34828C16ACF7}" type="presParOf" srcId="{B164A66E-6522-4E5E-B73C-ED5672E889F7}" destId="{C60C595D-BDF2-4EC2-844F-1D44F698FBB1}" srcOrd="0" destOrd="0" presId="urn:microsoft.com/office/officeart/2005/8/layout/list1"/>
    <dgm:cxn modelId="{D0662D98-6FE4-4C78-AE34-DA23C732DDC3}" type="presParOf" srcId="{B164A66E-6522-4E5E-B73C-ED5672E889F7}" destId="{D260231C-C9DB-4821-8FC1-33F17086B85B}" srcOrd="1" destOrd="0" presId="urn:microsoft.com/office/officeart/2005/8/layout/list1"/>
    <dgm:cxn modelId="{046992D2-1303-411E-8282-92C9CB1F4601}" type="presParOf" srcId="{18392D27-710C-4241-AC8F-E98FF9CFF1C0}" destId="{20745378-5DA3-4B1E-8028-A1625D617824}" srcOrd="5" destOrd="0" presId="urn:microsoft.com/office/officeart/2005/8/layout/list1"/>
    <dgm:cxn modelId="{F737AE80-84A6-42E1-9881-558705FAD04D}" type="presParOf" srcId="{18392D27-710C-4241-AC8F-E98FF9CFF1C0}" destId="{12E2FFFD-AC6F-47A2-9340-BBEB04AB276A}" srcOrd="6" destOrd="0" presId="urn:microsoft.com/office/officeart/2005/8/layout/list1"/>
    <dgm:cxn modelId="{EAA855F8-6B4E-4810-B38F-878BCFE219AD}" type="presParOf" srcId="{18392D27-710C-4241-AC8F-E98FF9CFF1C0}" destId="{C81F8902-8D01-4C19-A8BB-3EE3E483864A}" srcOrd="7" destOrd="0" presId="urn:microsoft.com/office/officeart/2005/8/layout/list1"/>
    <dgm:cxn modelId="{C61FC4C3-A22F-476D-A667-DDC119CD5F84}" type="presParOf" srcId="{18392D27-710C-4241-AC8F-E98FF9CFF1C0}" destId="{0D40CA7E-1FE4-431D-B713-420EBB60AE57}" srcOrd="8" destOrd="0" presId="urn:microsoft.com/office/officeart/2005/8/layout/list1"/>
    <dgm:cxn modelId="{3293F4A1-EC1E-4567-B5D0-59E7BEFB4FFF}" type="presParOf" srcId="{0D40CA7E-1FE4-431D-B713-420EBB60AE57}" destId="{0B8B3657-4C3B-43FD-805D-52A5207D44CB}" srcOrd="0" destOrd="0" presId="urn:microsoft.com/office/officeart/2005/8/layout/list1"/>
    <dgm:cxn modelId="{01DA2B90-708C-48E2-8629-A56524311950}" type="presParOf" srcId="{0D40CA7E-1FE4-431D-B713-420EBB60AE57}" destId="{67EEF022-9C2F-483F-BA9D-F17B1ECB35D8}" srcOrd="1" destOrd="0" presId="urn:microsoft.com/office/officeart/2005/8/layout/list1"/>
    <dgm:cxn modelId="{84638C51-AD93-4244-B9AD-3C0C6A0CD6AD}" type="presParOf" srcId="{18392D27-710C-4241-AC8F-E98FF9CFF1C0}" destId="{A1018E1A-CD81-468C-8C1B-5DEF00933D5A}" srcOrd="9" destOrd="0" presId="urn:microsoft.com/office/officeart/2005/8/layout/list1"/>
    <dgm:cxn modelId="{5DF7F98B-48F6-4F84-A286-B2D8DB588B98}" type="presParOf" srcId="{18392D27-710C-4241-AC8F-E98FF9CFF1C0}" destId="{3B0C0A3B-D31C-4C0D-BAAF-CCF70783F737}" srcOrd="10" destOrd="0" presId="urn:microsoft.com/office/officeart/2005/8/layout/list1"/>
    <dgm:cxn modelId="{4CD6AC98-D8CF-4F4F-A978-3DD02418419D}" type="presParOf" srcId="{18392D27-710C-4241-AC8F-E98FF9CFF1C0}" destId="{44A26371-C4D2-406A-B35A-75391D457A6E}" srcOrd="11" destOrd="0" presId="urn:microsoft.com/office/officeart/2005/8/layout/list1"/>
    <dgm:cxn modelId="{53075CC5-8C1B-4D16-B953-AF30EDA088BA}" type="presParOf" srcId="{18392D27-710C-4241-AC8F-E98FF9CFF1C0}" destId="{4EEF4E91-1C3D-4EBB-8147-7968546E6C10}" srcOrd="12" destOrd="0" presId="urn:microsoft.com/office/officeart/2005/8/layout/list1"/>
    <dgm:cxn modelId="{EB804BD2-4EE2-404D-B080-1F65CEDD7BB8}" type="presParOf" srcId="{4EEF4E91-1C3D-4EBB-8147-7968546E6C10}" destId="{B32570F5-4FB9-4FE4-916A-2C9B5F933703}" srcOrd="0" destOrd="0" presId="urn:microsoft.com/office/officeart/2005/8/layout/list1"/>
    <dgm:cxn modelId="{5A656EEB-7049-496A-AA23-507694E38E31}" type="presParOf" srcId="{4EEF4E91-1C3D-4EBB-8147-7968546E6C10}" destId="{2E1A0F73-2865-4763-B6EC-A52CCA416C63}" srcOrd="1" destOrd="0" presId="urn:microsoft.com/office/officeart/2005/8/layout/list1"/>
    <dgm:cxn modelId="{0E2BD3BB-8125-4621-A640-C5819393CEA3}" type="presParOf" srcId="{18392D27-710C-4241-AC8F-E98FF9CFF1C0}" destId="{0A889D7A-EB87-4FD4-9EBA-B9304AA558D1}" srcOrd="13" destOrd="0" presId="urn:microsoft.com/office/officeart/2005/8/layout/list1"/>
    <dgm:cxn modelId="{8F714204-9D73-4DDE-B114-E00817F4018B}" type="presParOf" srcId="{18392D27-710C-4241-AC8F-E98FF9CFF1C0}" destId="{119704A7-17D7-4F40-BAE0-BFAAAF83FE2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8BA924-30E0-428E-A21B-D7D98C28361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682BF58-CDD3-4DE5-B2D8-14CEBF3F7CD5}">
      <dgm:prSet/>
      <dgm:spPr>
        <a:xfrm>
          <a:off x="16115" y="2320616"/>
          <a:ext cx="3611250" cy="72000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n-US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Predict future events</a:t>
          </a:r>
        </a:p>
      </dgm:t>
    </dgm:pt>
    <dgm:pt modelId="{7A8B09F8-0987-4898-9BE6-BC720FC83F7B}" type="parTrans" cxnId="{602E852B-00EF-41DC-A187-06E9AA0D88EA}">
      <dgm:prSet/>
      <dgm:spPr/>
      <dgm:t>
        <a:bodyPr/>
        <a:lstStyle/>
        <a:p>
          <a:endParaRPr lang="en-US"/>
        </a:p>
      </dgm:t>
    </dgm:pt>
    <dgm:pt modelId="{66C4DDB8-8B77-499E-855E-C85FA9428B9B}" type="sibTrans" cxnId="{602E852B-00EF-41DC-A187-06E9AA0D88EA}">
      <dgm:prSet/>
      <dgm:spPr/>
      <dgm:t>
        <a:bodyPr/>
        <a:lstStyle/>
        <a:p>
          <a:endParaRPr lang="en-US"/>
        </a:p>
      </dgm:t>
    </dgm:pt>
    <dgm:pt modelId="{89F61CB8-A1EA-44A3-8F3F-3B92AB005780}">
      <dgm:prSet/>
      <dgm:spPr>
        <a:xfrm>
          <a:off x="4259334" y="2320616"/>
          <a:ext cx="3611250" cy="72000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n-US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Essential for planning, budgeting, strategy</a:t>
          </a:r>
        </a:p>
      </dgm:t>
    </dgm:pt>
    <dgm:pt modelId="{45A9817D-E7A3-4D5F-9086-789B79B06670}" type="parTrans" cxnId="{8F963BDB-93AA-48F1-BFCF-05224137D743}">
      <dgm:prSet/>
      <dgm:spPr/>
      <dgm:t>
        <a:bodyPr/>
        <a:lstStyle/>
        <a:p>
          <a:endParaRPr lang="en-US"/>
        </a:p>
      </dgm:t>
    </dgm:pt>
    <dgm:pt modelId="{756291A9-E372-456A-B800-43E60530984F}" type="sibTrans" cxnId="{8F963BDB-93AA-48F1-BFCF-05224137D743}">
      <dgm:prSet/>
      <dgm:spPr/>
      <dgm:t>
        <a:bodyPr/>
        <a:lstStyle/>
        <a:p>
          <a:endParaRPr lang="en-US"/>
        </a:p>
      </dgm:t>
    </dgm:pt>
    <dgm:pt modelId="{97C63857-6070-4EA9-98A3-F034BFAB64F5}" type="pres">
      <dgm:prSet presAssocID="{118BA924-30E0-428E-A21B-D7D98C28361C}" presName="root" presStyleCnt="0">
        <dgm:presLayoutVars>
          <dgm:dir/>
          <dgm:resizeHandles val="exact"/>
        </dgm:presLayoutVars>
      </dgm:prSet>
      <dgm:spPr/>
    </dgm:pt>
    <dgm:pt modelId="{468DB41C-0C69-4A1B-9120-94739EE205E8}" type="pres">
      <dgm:prSet presAssocID="{F682BF58-CDD3-4DE5-B2D8-14CEBF3F7CD5}" presName="compNode" presStyleCnt="0"/>
      <dgm:spPr/>
    </dgm:pt>
    <dgm:pt modelId="{C101E4D7-DD6E-4ADC-B013-55DD4C3B62BF}" type="pres">
      <dgm:prSet presAssocID="{F682BF58-CDD3-4DE5-B2D8-14CEBF3F7CD5}" presName="iconRect" presStyleLbl="node1" presStyleIdx="0" presStyleCnt="2"/>
      <dgm:spPr>
        <a:xfrm>
          <a:off x="1009209" y="281346"/>
          <a:ext cx="1625062" cy="1625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EEFB396-ECEB-493F-BCC7-59D5CAAC15D4}" type="pres">
      <dgm:prSet presAssocID="{F682BF58-CDD3-4DE5-B2D8-14CEBF3F7CD5}" presName="spaceRect" presStyleCnt="0"/>
      <dgm:spPr/>
    </dgm:pt>
    <dgm:pt modelId="{F6515BC6-DA0F-4429-AE46-A2B3935C7789}" type="pres">
      <dgm:prSet presAssocID="{F682BF58-CDD3-4DE5-B2D8-14CEBF3F7CD5}" presName="textRect" presStyleLbl="revTx" presStyleIdx="0" presStyleCnt="2">
        <dgm:presLayoutVars>
          <dgm:chMax val="1"/>
          <dgm:chPref val="1"/>
        </dgm:presLayoutVars>
      </dgm:prSet>
      <dgm:spPr/>
    </dgm:pt>
    <dgm:pt modelId="{6248839A-031E-4D01-A4F8-93B332176EA2}" type="pres">
      <dgm:prSet presAssocID="{66C4DDB8-8B77-499E-855E-C85FA9428B9B}" presName="sibTrans" presStyleCnt="0"/>
      <dgm:spPr/>
    </dgm:pt>
    <dgm:pt modelId="{DC3902AA-B320-4049-A35E-05327C02BE26}" type="pres">
      <dgm:prSet presAssocID="{89F61CB8-A1EA-44A3-8F3F-3B92AB005780}" presName="compNode" presStyleCnt="0"/>
      <dgm:spPr/>
    </dgm:pt>
    <dgm:pt modelId="{03DC8B82-9C8B-4378-96DB-4CBFE8785A10}" type="pres">
      <dgm:prSet presAssocID="{89F61CB8-A1EA-44A3-8F3F-3B92AB005780}" presName="iconRect" presStyleLbl="node1" presStyleIdx="1" presStyleCnt="2"/>
      <dgm:spPr>
        <a:xfrm>
          <a:off x="5252428" y="281346"/>
          <a:ext cx="1625062" cy="1625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1B608C8E-7108-44A3-A989-0BF639A956D6}" type="pres">
      <dgm:prSet presAssocID="{89F61CB8-A1EA-44A3-8F3F-3B92AB005780}" presName="spaceRect" presStyleCnt="0"/>
      <dgm:spPr/>
    </dgm:pt>
    <dgm:pt modelId="{63234F91-B6EF-46F4-B5D7-14C508361DC7}" type="pres">
      <dgm:prSet presAssocID="{89F61CB8-A1EA-44A3-8F3F-3B92AB00578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02E852B-00EF-41DC-A187-06E9AA0D88EA}" srcId="{118BA924-30E0-428E-A21B-D7D98C28361C}" destId="{F682BF58-CDD3-4DE5-B2D8-14CEBF3F7CD5}" srcOrd="0" destOrd="0" parTransId="{7A8B09F8-0987-4898-9BE6-BC720FC83F7B}" sibTransId="{66C4DDB8-8B77-499E-855E-C85FA9428B9B}"/>
    <dgm:cxn modelId="{BC96A753-9397-462F-BEA6-DA189C0F9B14}" type="presOf" srcId="{118BA924-30E0-428E-A21B-D7D98C28361C}" destId="{97C63857-6070-4EA9-98A3-F034BFAB64F5}" srcOrd="0" destOrd="0" presId="urn:microsoft.com/office/officeart/2018/2/layout/IconLabelList"/>
    <dgm:cxn modelId="{6A86089D-937A-44FD-9D5B-01F2699396C7}" type="presOf" srcId="{89F61CB8-A1EA-44A3-8F3F-3B92AB005780}" destId="{63234F91-B6EF-46F4-B5D7-14C508361DC7}" srcOrd="0" destOrd="0" presId="urn:microsoft.com/office/officeart/2018/2/layout/IconLabelList"/>
    <dgm:cxn modelId="{05F824D5-903E-4D1E-AC39-D87648BAD801}" type="presOf" srcId="{F682BF58-CDD3-4DE5-B2D8-14CEBF3F7CD5}" destId="{F6515BC6-DA0F-4429-AE46-A2B3935C7789}" srcOrd="0" destOrd="0" presId="urn:microsoft.com/office/officeart/2018/2/layout/IconLabelList"/>
    <dgm:cxn modelId="{8F963BDB-93AA-48F1-BFCF-05224137D743}" srcId="{118BA924-30E0-428E-A21B-D7D98C28361C}" destId="{89F61CB8-A1EA-44A3-8F3F-3B92AB005780}" srcOrd="1" destOrd="0" parTransId="{45A9817D-E7A3-4D5F-9086-789B79B06670}" sibTransId="{756291A9-E372-456A-B800-43E60530984F}"/>
    <dgm:cxn modelId="{5578FD41-56D1-492B-B1CD-5E91A1CDA920}" type="presParOf" srcId="{97C63857-6070-4EA9-98A3-F034BFAB64F5}" destId="{468DB41C-0C69-4A1B-9120-94739EE205E8}" srcOrd="0" destOrd="0" presId="urn:microsoft.com/office/officeart/2018/2/layout/IconLabelList"/>
    <dgm:cxn modelId="{F77B2255-72B5-49D5-8E9C-3C43BD628E08}" type="presParOf" srcId="{468DB41C-0C69-4A1B-9120-94739EE205E8}" destId="{C101E4D7-DD6E-4ADC-B013-55DD4C3B62BF}" srcOrd="0" destOrd="0" presId="urn:microsoft.com/office/officeart/2018/2/layout/IconLabelList"/>
    <dgm:cxn modelId="{E510CB93-BA18-46A0-8B8F-B37666F7BD2E}" type="presParOf" srcId="{468DB41C-0C69-4A1B-9120-94739EE205E8}" destId="{1EEFB396-ECEB-493F-BCC7-59D5CAAC15D4}" srcOrd="1" destOrd="0" presId="urn:microsoft.com/office/officeart/2018/2/layout/IconLabelList"/>
    <dgm:cxn modelId="{5A1D62F6-438F-44DC-A84B-0E973776BE89}" type="presParOf" srcId="{468DB41C-0C69-4A1B-9120-94739EE205E8}" destId="{F6515BC6-DA0F-4429-AE46-A2B3935C7789}" srcOrd="2" destOrd="0" presId="urn:microsoft.com/office/officeart/2018/2/layout/IconLabelList"/>
    <dgm:cxn modelId="{83A8CF91-9B8E-4AFC-A556-F7E05DCC0974}" type="presParOf" srcId="{97C63857-6070-4EA9-98A3-F034BFAB64F5}" destId="{6248839A-031E-4D01-A4F8-93B332176EA2}" srcOrd="1" destOrd="0" presId="urn:microsoft.com/office/officeart/2018/2/layout/IconLabelList"/>
    <dgm:cxn modelId="{536CEC91-B4AA-4288-A98B-7E34688AF9EE}" type="presParOf" srcId="{97C63857-6070-4EA9-98A3-F034BFAB64F5}" destId="{DC3902AA-B320-4049-A35E-05327C02BE26}" srcOrd="2" destOrd="0" presId="urn:microsoft.com/office/officeart/2018/2/layout/IconLabelList"/>
    <dgm:cxn modelId="{72D7F404-DC78-4747-93AD-864F9DE326D2}" type="presParOf" srcId="{DC3902AA-B320-4049-A35E-05327C02BE26}" destId="{03DC8B82-9C8B-4378-96DB-4CBFE8785A10}" srcOrd="0" destOrd="0" presId="urn:microsoft.com/office/officeart/2018/2/layout/IconLabelList"/>
    <dgm:cxn modelId="{A2003A25-2078-4BD8-803C-293FA493B908}" type="presParOf" srcId="{DC3902AA-B320-4049-A35E-05327C02BE26}" destId="{1B608C8E-7108-44A3-A989-0BF639A956D6}" srcOrd="1" destOrd="0" presId="urn:microsoft.com/office/officeart/2018/2/layout/IconLabelList"/>
    <dgm:cxn modelId="{27322CC3-4725-4ACE-978F-2A41AC16420C}" type="presParOf" srcId="{DC3902AA-B320-4049-A35E-05327C02BE26}" destId="{63234F91-B6EF-46F4-B5D7-14C508361DC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2A7623-ECD9-4380-BA06-E079FF15D907}">
      <dsp:nvSpPr>
        <dsp:cNvPr id="0" name=""/>
        <dsp:cNvSpPr/>
      </dsp:nvSpPr>
      <dsp:spPr>
        <a:xfrm>
          <a:off x="0" y="469235"/>
          <a:ext cx="8689521" cy="6552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B582D8-D750-4300-94B8-EE6FA4A3D059}">
      <dsp:nvSpPr>
        <dsp:cNvPr id="0" name=""/>
        <dsp:cNvSpPr/>
      </dsp:nvSpPr>
      <dsp:spPr>
        <a:xfrm>
          <a:off x="434476" y="85475"/>
          <a:ext cx="6082664" cy="767520"/>
        </a:xfrm>
        <a:prstGeom prst="roundRect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910" tIns="0" rIns="229910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Time-consuming</a:t>
          </a:r>
        </a:p>
      </dsp:txBody>
      <dsp:txXfrm>
        <a:off x="471943" y="122942"/>
        <a:ext cx="6007730" cy="692586"/>
      </dsp:txXfrm>
    </dsp:sp>
    <dsp:sp modelId="{12E2FFFD-AC6F-47A2-9340-BBEB04AB276A}">
      <dsp:nvSpPr>
        <dsp:cNvPr id="0" name=""/>
        <dsp:cNvSpPr/>
      </dsp:nvSpPr>
      <dsp:spPr>
        <a:xfrm>
          <a:off x="0" y="1648595"/>
          <a:ext cx="8689521" cy="6552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60231C-C9DB-4821-8FC1-33F17086B85B}">
      <dsp:nvSpPr>
        <dsp:cNvPr id="0" name=""/>
        <dsp:cNvSpPr/>
      </dsp:nvSpPr>
      <dsp:spPr>
        <a:xfrm>
          <a:off x="434476" y="1264835"/>
          <a:ext cx="6082664" cy="767520"/>
        </a:xfrm>
        <a:prstGeom prst="round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910" tIns="0" rIns="229910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Groupism risk</a:t>
          </a:r>
        </a:p>
      </dsp:txBody>
      <dsp:txXfrm>
        <a:off x="471943" y="1302302"/>
        <a:ext cx="6007730" cy="692586"/>
      </dsp:txXfrm>
    </dsp:sp>
    <dsp:sp modelId="{3B0C0A3B-D31C-4C0D-BAAF-CCF70783F737}">
      <dsp:nvSpPr>
        <dsp:cNvPr id="0" name=""/>
        <dsp:cNvSpPr/>
      </dsp:nvSpPr>
      <dsp:spPr>
        <a:xfrm>
          <a:off x="0" y="2827955"/>
          <a:ext cx="8689521" cy="6552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EEF022-9C2F-483F-BA9D-F17B1ECB35D8}">
      <dsp:nvSpPr>
        <dsp:cNvPr id="0" name=""/>
        <dsp:cNvSpPr/>
      </dsp:nvSpPr>
      <dsp:spPr>
        <a:xfrm>
          <a:off x="434476" y="2444195"/>
          <a:ext cx="6082664" cy="767520"/>
        </a:xfrm>
        <a:prstGeom prst="roundRect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910" tIns="0" rIns="229910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Dominance issues</a:t>
          </a:r>
        </a:p>
      </dsp:txBody>
      <dsp:txXfrm>
        <a:off x="471943" y="2481662"/>
        <a:ext cx="6007730" cy="692586"/>
      </dsp:txXfrm>
    </dsp:sp>
    <dsp:sp modelId="{119704A7-17D7-4F40-BAE0-BFAAAF83FE2D}">
      <dsp:nvSpPr>
        <dsp:cNvPr id="0" name=""/>
        <dsp:cNvSpPr/>
      </dsp:nvSpPr>
      <dsp:spPr>
        <a:xfrm>
          <a:off x="0" y="4007316"/>
          <a:ext cx="8689521" cy="6552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1A0F73-2865-4763-B6EC-A52CCA416C63}">
      <dsp:nvSpPr>
        <dsp:cNvPr id="0" name=""/>
        <dsp:cNvSpPr/>
      </dsp:nvSpPr>
      <dsp:spPr>
        <a:xfrm>
          <a:off x="434476" y="3623556"/>
          <a:ext cx="6082664" cy="767520"/>
        </a:xfrm>
        <a:prstGeom prst="round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910" tIns="0" rIns="229910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Accountability problems</a:t>
          </a:r>
        </a:p>
      </dsp:txBody>
      <dsp:txXfrm>
        <a:off x="471943" y="3661023"/>
        <a:ext cx="6007730" cy="6925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01E4D7-DD6E-4ADC-B013-55DD4C3B62BF}">
      <dsp:nvSpPr>
        <dsp:cNvPr id="0" name=""/>
        <dsp:cNvSpPr/>
      </dsp:nvSpPr>
      <dsp:spPr>
        <a:xfrm>
          <a:off x="1397012" y="544723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515BC6-DA0F-4429-AE46-A2B3935C7789}">
      <dsp:nvSpPr>
        <dsp:cNvPr id="0" name=""/>
        <dsp:cNvSpPr/>
      </dsp:nvSpPr>
      <dsp:spPr>
        <a:xfrm>
          <a:off x="209012" y="2958934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Predict future events</a:t>
          </a:r>
        </a:p>
      </dsp:txBody>
      <dsp:txXfrm>
        <a:off x="209012" y="2958934"/>
        <a:ext cx="4320000" cy="720000"/>
      </dsp:txXfrm>
    </dsp:sp>
    <dsp:sp modelId="{03DC8B82-9C8B-4378-96DB-4CBFE8785A10}">
      <dsp:nvSpPr>
        <dsp:cNvPr id="0" name=""/>
        <dsp:cNvSpPr/>
      </dsp:nvSpPr>
      <dsp:spPr>
        <a:xfrm>
          <a:off x="6473013" y="544723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234F91-B6EF-46F4-B5D7-14C508361DC7}">
      <dsp:nvSpPr>
        <dsp:cNvPr id="0" name=""/>
        <dsp:cNvSpPr/>
      </dsp:nvSpPr>
      <dsp:spPr>
        <a:xfrm>
          <a:off x="5285013" y="2958934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Essential for planning, budgeting, strategy</a:t>
          </a:r>
        </a:p>
      </dsp:txBody>
      <dsp:txXfrm>
        <a:off x="5285013" y="2958934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8:40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1642 0 24575,'-13'0'0,"-533"19"0,475-11 0,-1 3 0,2 2 0,0 4 0,1 3 0,-102 44 0,99-26 0,2 3 0,2 4 0,-66 56 0,97-73 0,22-16 0,0 0 0,1 1 0,1 1 0,0 0 0,1 1 0,0 0 0,1 1 0,1 0 0,0 1 0,2 0 0,0 1 0,0 0 0,2 0 0,0 0 0,1 1 0,1 0 0,1 0 0,1 0 0,-1 29 0,2-15 0,2 0 0,5 40 0,-4-62 0,0 1 0,1-1 0,1 0 0,0 0 0,0 0 0,1 0 0,0 0 0,1-1 0,13 17 0,-9-14 0,1-1 0,0 0 0,0-1 0,1 0 0,1-1 0,0 0 0,0-1 0,28 14 0,-23-16 0,1 0 0,0-1 0,0-1 0,0 0 0,0-2 0,38 3 0,3-5 0,0-2 0,0-3 0,85-16 0,170-55 0,-118 24 0,-186 49-78,170-35-1209,-156 34-5539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8:42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1 24575,'-61'283'0,"-32"177"0,88-425 0,1 1 0,1 65 0,3-89 0,1 1 0,0-1 0,1 1 0,1-1 0,0 0 0,1 0 0,0 0 0,1 0 0,0-1 0,0 0 0,12 17 0,-12-22 0,1 0 0,0-1 0,0 1 0,1-1 0,0 0 0,-1-1 0,2 0 0,-1 0 0,0 0 0,1-1 0,0 0 0,-1 0 0,1-1 0,0 0 0,0 0 0,15 0 0,-5-1 0,1 0 0,-1-1 0,0-1 0,1-1 0,-1-1 0,25-7 0,-21 3 0,-1-2 0,-1 0 0,0-2 0,0 0 0,-1-1 0,25-21 0,46-28 0,-70 51-1365,-1 3-5461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8:43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1 220 24575,'5'0'0,"19"-5"0,35-5 0,16-7 0,4-4 0,8-4 0,12-2 0,-2 4 0,-7 5 0,-11 1 0,-8 0 0,-13 1 0,-11 5 0,-9 3 0,-10 4-8191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8:43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86 24575,'28'0'0,"37"0"0,40-5 0,39-6 0,23-1 0,2 1 0,-10-2 0,-22 1 0,-25 3 0,-27 3 0,-23 2 0,-18 2 0,-12 2 0,-6 0 0,-3 0 0,-6 1-8191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8:45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938 414 24575,'-21'2'0,"0"0"0,0 1 0,1 1 0,-32 11 0,5-2 0,15-3 0,0 0 0,1 2 0,0 2 0,1 0 0,0 2 0,1 2 0,1 0 0,-33 30 0,18-11 0,2 1 0,2 3 0,2 1 0,2 2 0,1 1 0,3 1 0,1 2 0,3 2 0,2 0 0,2 1 0,2 2 0,-23 95 0,37-115 0,1 1 0,2 0 0,1 0 0,2 0 0,1 0 0,2 0 0,9 52 0,-6-64 0,1 0 0,0-1 0,2 0 0,0 0 0,1-1 0,1 0 0,1-1 0,1 0 0,1 0 0,0-2 0,1 1 0,23 20 0,-31-33 0,-1-1 0,1 0 0,-1 0 0,1-1 0,0 0 0,0 0 0,1 0 0,-1-1 0,1 1 0,-1-2 0,1 1 0,0-1 0,-1 0 0,1 0 0,0-1 0,0 0 0,0 0 0,0-1 0,-1 1 0,1-2 0,0 1 0,9-4 0,6-2 0,0-2 0,0-1 0,-2 0 0,1-1 0,28-22 0,76-62-64,124-121-1,-194 165-111,357-332-1509,-26-23 760,-267 256 900,-106 131 77,0-2 0,-2 0 1,0 0-1,-1-1 0,11-37 0,-18 49 77,-1-1 0,0 0 0,0 0 0,-1 0 0,-1 0-1,0 0 1,0 0 0,-1 0 0,0 0 0,-1 0 0,-1 0 0,1 1 0,-2-1-1,1 1 1,-1 0 0,-1 0 0,0 0 0,-1 0 0,1 1 0,-2 0 0,-12-15-1,6 11-144,-1 0 0,0 1 0,-1 1 0,0 0 0,0 1 0,-2 1 0,1 0 0,-1 1 0,0 1 0,0 1 0,-1 0 0,-20-3 0,-15-1 16,1 3 0,-64-1 0,-110 10 0,68 1 0,146-2 0,0 0 0,0 0 0,0 1 0,0 1 0,1 0 0,-1 1 0,1 0 0,0 0 0,-13 8 0,5-1 0,2 0 0,-1 2 0,1 0 0,-20 20 0,33-29-195,1-1 0,0 1 0,0 0 0,0 0 0,1 0 0,-3 5 0,-2 8-6631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8:47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7242 1 24575,'0'17'0,"0"0"0,-1-1 0,-1 1 0,-1 0 0,-5 21 0,5-30 0,0-1 0,0 0 0,-1 0 0,0 0 0,0-1 0,0 1 0,-1-1 0,0 0 0,0 0 0,-1 0 0,0-1 0,0 0 0,0 0 0,-8 4 0,-8 4 0,-2-1 0,0 0 0,0-2 0,-1-1 0,-28 6 0,-135 23 0,184-37 0,-512 60-680,-4-31 0,-1148-10 282,1228-22 347,-302-12 51,103 1 0,487 12 0,-1063 2 0,895 27 946,200-14-515,-131-1 1,206-15-432,32 0 0,-1 1 0,1 0 0,-1 1 0,0 1 0,1 0 0,-1 1 0,-15 4 0,27-5 0,0 0 0,-1 0 0,1 1 0,0-1 0,0 1 0,0-1 0,1 1 0,-1 0 0,0 0 0,1 0 0,-1 0 0,1 0 0,-1 0 0,1 0 0,0 0 0,0 0 0,0 1 0,0-1 0,1 0 0,-1 1 0,0-1 0,1 1 0,0-1 0,0 1 0,-1 2 0,1 9 0,1 1 0,0-1 0,4 19 0,-2-10 0,-2-15 0,100 966 0,-98-760-1365,-4-194-5461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8:49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1 447 24575,'246'-23'0,"47"-8"-779,222-22-2809,983-110 1185,-624 66 2403,4 32 0,165 50-30,1 34-38,-29-1-6,16 4 35,-856-27 1212,-149 2-385,0-1 0,-1-1 0,1-2 0,37-14 0,-59 20-612,-1-1 1,1 1 0,0-1-1,0 1 1,0 0 0,0 0 0,0 1-1,0-1 1,9 1 0,-11 1-173,-1-1 0,1 1 0,0 0 1,0 0-1,0 0 0,-1 0 0,1 0 1,0 0-1,-1 0 0,1 1 0,-1-1 0,1 0 1,-1 1-1,0-1 0,0 1 0,0 0 1,0-1-1,0 1 0,0 0 0,0 0 1,0 0-1,0 0 0,0 2 0,7 21-4,-1 0 0,6 38 0,-10-41 0,71 429-66,-13-67-881,85 498 744,-144-867 108,2 14-439,2 53 1,-6-65-5280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8:54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24575,'0'28'0,"0"41"0,0 28 0,0 16 0,0 3 0,4 5 0,7-5 0,1-17 0,3-16 0,-1-13 0,-2-13 0,-4-8 0,-4-7 0,-1-6 0,-2-5 0,-1-3 0,-1-6-8191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8:55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24575,'0'948'0,"-3"-893"0,-10 61 0,1-11 0,15-239 0,0-24 0,73-326 0,-52 356 0,8-35 0,-32 162 0,0 1 0,0-1 0,0 1 0,0-1 0,0 1 0,0-1 0,0 1 0,0-1 0,0 1 0,1-1 0,-1 1 0,0 0 0,0-1 0,0 1 0,1-1 0,-1 1 0,0 0 0,0-1 0,1 1 0,-1-1 0,0 1 0,1 0 0,-1 0 0,0-1 0,1 1 0,-1 0 0,1-1 0,-1 1 0,0 0 0,2 0 0,8 10 0,12 37 0,-17-34 0,23 46 0,71 171 0,-86-191 0,-8-23 0,1 0 0,0 0 0,13 22 0,-18-36 0,0 0 0,0-1 0,0 1 0,0 0 0,0-1 0,0 1 0,1-1 0,-1 1 0,1-1 0,-1 0 0,1 1 0,0-1 0,-1 0 0,1 0 0,0 0 0,0 0 0,0-1 0,-1 1 0,1 0 0,0-1 0,0 1 0,3-1 0,-3 0 0,1-1 0,-1 1 0,1-1 0,-1 0 0,0 0 0,0 0 0,1 0 0,-1 0 0,0 0 0,0 0 0,0-1 0,0 1 0,0-1 0,0 0 0,2-3 0,7-8 0,-1-2 0,0 1 0,-1-1 0,7-19 0,-9 22 0,21-42 0,17-31 0,67-176 0,-111 256 0,17-40 0,-17 44 0,-1 0 0,0 0 0,0 1 0,1-1 0,-1 0 0,0 1 0,1-1 0,-1 0 0,1 1 0,-1-1 0,1 1 0,-1-1 0,1 1 0,0-1 0,-1 1 0,1-1 0,-1 1 0,1-1 0,0 1 0,-1 0 0,1-1 0,0 1 0,0 0 0,-1 0 0,1 0 0,0-1 0,0 1 0,-1 0 0,1 0 0,0 0 0,0 0 0,0 0 0,-1 0 0,1 1 0,0-1 0,0 0 0,-1 0 0,1 0 0,0 1 0,-1-1 0,1 0 0,0 1 0,-1-1 0,1 1 0,0-1 0,-1 1 0,1-1 0,-1 1 0,1-1 0,-1 1 0,1 0 0,8 13 0,0-1 0,-2 1 0,0 0 0,0 1 0,-2 0 0,1 0 0,3 19 0,7 19 0,71 213 0,58 299 0,-134-505-341,-3 1 0,-2-1-1,-3 93 1,-3-132-6485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8:57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24575,'0'42'0,"0"55"0,0 53 0,0 39 0,0 0 0,0-13 0,0-22 0,0-33 0,0-32 0,0-27 0,0-20 0,0-11 0,0-12-8191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8:58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1 361 24575,'32'-9'0,"72"-17"0,63-14 0,38-9 0,19-10-2921,6 0 2921,-29 11 0,-38 13 0,-37 12 924,-37 11-924,-32 11 481,-26 11-481,-24 4 0,-16 3 0,-8 5 1516,-5 2-1516,1-2-8191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8:59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1 198 24575,'55'0'0,"126"-14"0,88-19 0,35-3-5252,-6 4 5252,-36 3 0,-52 7 336,-58 6-336,-49 7 1106,-39 4-1106,-25 4 0,-14 1 0,-12 1-4381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9:00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24575,'-13'756'117,"-1"19"-1599,14-753-5344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9:01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1 279 24575,'651'-147'-906,"-555"128"178,-27 6 593,583-86 629,-379 99 774,-119 5-1261,4-6-1372,-135 1-5461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9:08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493 356 24575,'276'-6'0,"-162"2"0,291-8-1255,141 0-3765,112 3 3239,2179-18-710,-2350 23 2351,87 0 140,786 13-44,37 0-42,-5-41 40,-718-22 104,-7-24 179,575-49 1017,-862 122 7722,-223 6-8638,-149 0-338,0-1 0,0 1 0,0 0 0,0 1 0,0 0 0,0 0 0,-1 1 0,1 0 0,-1 0 0,1 0 0,-1 1 0,9 7 0,-4-2 0,-1 0 0,-1 1 0,0 1 0,0-1 0,-1 2 0,12 16 0,2 12 0,-2 1 0,-1 1 0,19 62 0,4 32-359,-5 1 0,29 218-1,-7 288-713,-42-222-284,-38 424 0,19-824 1349,0-10 208,1-1-1,-1 0 0,-1 0 0,0 0 0,-6 17 0,8-25-118,-1-1-1,0 0 1,1 0-1,-1 0 1,0 0 0,0 1-1,0-1 1,0 0-1,0 0 1,0-1-1,0 1 1,0 0 0,0 0-1,-1 0 1,1-1-1,0 1 1,0-1-1,-1 1 1,1-1-1,0 1 1,-1-1 0,1 0-1,-1 1 1,1-1-1,0 0 1,-1 0-1,1 0 1,-1 0 0,1-1-1,0 1 1,-1 0-1,1-1 1,-1 1-1,1 0 1,-2-2 0,-7-2 112,1 0 1,-1 0 0,-15-11 0,13 8-192,-23-12-2,-1 2 0,-1 1 0,-1 2 0,0 2 0,-64-12 0,-204-12 0,294 35 0,-1658-42-5063,681 105 4528,12 54-415,718-83 646,-1095 123-1248,-1572-98 241,1910-113 1498,-145-5-154,960 53-74,-1632-27 544,1475 43 1119,1 11 4139,344-20-5548,0 2-1,-1 0 1,1 0 0,0 1 0,0 1 0,-15 6 0,22-7-203,1 0 0,0 0 0,0 0 0,0 0 0,0 1 0,0 0 0,1 0 0,0 1 0,0-1 0,0 1 0,0 0 0,1 0 0,-1 0 0,1 0 0,-3 10 0,3-9-10,0 1 0,-1-1 0,1 1 0,-1-1 0,-8 10 0,11-15 0,0 0 0,0 0 0,0 0 0,0 0 0,0 0 0,0 0 0,0-1 0,0 1 0,0 0 0,0 0 0,0-1 0,-1 1 0,1-1 0,0 1 0,0-1 0,-1 0 0,1 1 0,0-1 0,-1 0 0,1 0 0,0 0 0,-1 0 0,1 0 0,0 0 0,0 0 0,-1 0 0,1-1 0,0 1 0,-1 0 0,1-1 0,0 1 0,0-1 0,0 0 0,-1 1 0,1-1 0,0 0 0,0 0 0,0 1 0,0-1 0,-1-2 0,-2-1 0,1 0 0,-1-1 0,1 1 0,1-1 0,-1 0 0,1 0 0,-1 0 0,1 0 0,1 0 0,-3-9 0,-6-62 0,9 61 0,-30-1060-754,31 916 718,5-103 36,62-422 0,-60 620 153,-3-1 0,-6-80-1,5-75 180,-3 217-332,0 0 0,1 1 0,0-1 0,0 1 0,-1 0 0,1-1 0,1 1 0,-1-1 0,0 1 0,1 0 0,-1 0 0,1 0 0,-1 0 0,1 0 0,0 0 0,0 0 0,0 1 0,0-1 0,0 1 0,0-1 0,1 1 0,-1 0 0,0 0 0,1 0 0,3-1 0,8-2 0,-1 1 0,1 0 0,24-1 0,-23 2 0,723-16 0,-558 19 0,282 2 0,-457-3-227,1 0-1,0 0 1,-1 1-1,1 0 1,6 2-1,3 3-6598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9:10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0 195 24575,'51'215'0,"118"413"-2996,89 369 2070,-232-856 1105,-26-140-153,1 0 1,-1 0-1,0 0 0,1-1 1,-1 1-1,0 0 0,0 0 1,0 0-1,0 0 0,0 0 1,0 0-1,0 0 0,0 0 1,0 0-1,0 0 1,-1 0-1,1 0 0,0 0 1,-1 0-1,1 0 0,0 0 1,-1 0-1,1 0 0,-2 1 1,1-3 54,-1 0 0,1-1 0,0 1 0,0 0-1,0 0 1,0-1 0,0 1 0,0 0 0,0-1 0,0 1 0,1-1 0,-1 1 0,0-1 0,0-2 0,-9-25 537,2-1-1,-7-47 0,-73-621-1074,58 417 180,17 165 183,-26-256 33,25-2 69,14 362 64,0 0 1,1 1-1,1-1 0,0 0 1,0 0-1,2 1 0,-1 0 0,9-20 1,-9 26-61,0 0 0,1 0 1,-1 1-1,1-1 1,0 1-1,0-1 1,1 1-1,-1 1 1,1-1-1,0 0 0,-1 1 1,2 0-1,-1 0 1,0 1-1,1 0 1,-1-1-1,1 2 0,-1-1 1,7 0-1,9-2-12,0 2 0,-1 1 0,1 1 0,0 0 0,0 2 0,0 0 0,-1 1 0,1 2 0,-1 0 0,0 1 0,0 0 0,-1 2 0,23 12 0,-19-8 0,-1 1 0,-1 1 0,0 1 0,0 1 0,-2 0 0,0 2 0,-1 0 0,-1 1 0,-1 1 0,20 30 0,-28-37 0,-1 1 0,0 0 0,-1 0 0,-1 0 0,0 1 0,5 27 0,-8-31 0,-1-1 0,0 0 0,-1 0 0,0 1 0,-1-1 0,0 0 0,-1 0 0,0 1 0,0-1 0,-1-1 0,-5 12 0,7-18 0,-1 0 0,1 0 0,0 0 0,0-1 0,0 1 0,0 0 0,0 0 0,1 0 0,0 0 0,-1 0 0,1 1 0,0-1 0,0 0 0,1 4 0,1-5 0,-1 0 0,0 0 0,1 0 0,-1-1 0,1 1 0,-1 0 0,1-1 0,0 1 0,0-1 0,-1 0 0,1 0 0,0 1 0,0-1 0,0-1 0,1 1 0,-1 0 0,0 0 0,0-1 0,0 1 0,1-1 0,3 1 0,237 43 0,166 39 0,-284-49 0,-2 6 0,-2 5 0,164 87 0,-252-114 0,-1 2 0,-1 1 0,49 43 0,-70-56 0,-1 1 0,0 0 0,-1 0 0,0 1 0,-1 0 0,0 1 0,0 0 0,-1 0 0,-1 0 0,0 0 0,0 1 0,-1 0 0,-1 0 0,4 24 0,-6-26 0,-2-1 0,0 1 0,0 0 0,0 0 0,-1 0 0,-1-1 0,0 1 0,0-1 0,-1 0 0,0 0 0,0 0 0,-1 0 0,0-1 0,-1 0 0,0 0 0,0 0 0,-1-1 0,-14 13 0,-3 0 0,-1-1 0,0 0 0,-2-2 0,-42 20 0,10-10 0,0-3 0,-2-2 0,-1-4 0,-1-2 0,0-2 0,-105 7 0,-394-12 0,411-13 0,-120 1-1365,243 3-5461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9:11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843 220 24575,'-56'0'0,"1"3"0,0 3 0,0 2 0,0 2 0,1 3 0,1 2 0,-77 32 0,105-34 0,1 0 0,1 1 0,0 1 0,2 1 0,-1 2 0,2 0 0,0 1 0,2 0 0,0 2 0,1 0 0,1 1 0,1 1 0,1 0 0,1 1 0,-13 33 0,23-50 0,1-1 0,-1 1 0,2 0 0,-1-1 0,1 1 0,0 0 0,0 0 0,1 0 0,0 0 0,0 0 0,1 0 0,0 0 0,0 0 0,0-1 0,4 9 0,-2-7 0,1 0 0,0 0 0,1 0 0,0-1 0,0 0 0,0 0 0,1 0 0,0-1 0,0 0 0,1 0 0,13 9 0,11 4 0,1 0 0,0-2 0,2-2 0,0-1 0,0-1 0,44 9 0,219 33 0,-199-41 0,190 2 0,-271-17 0,0 0 0,0-1 0,30-7 0,-40 6 0,0 1 0,0-1 0,0 1 0,-1-2 0,1 1 0,-1-1 0,0 0 0,0 0 0,-1-1 0,1 0 0,7-8 0,3-7 0,-2-1 0,0 0 0,-1-1 0,-1 0 0,-2-1 0,0 0 0,-1-1 0,7-28 0,-8 16 0,-1-1 0,-2 0 0,-2 1 0,-1-74 0,-4 93 0,0 1 0,-1-1 0,-1 1 0,0 0 0,-2 0 0,1 0 0,-2 1 0,0 0 0,-1 0 0,0 1 0,-1 0 0,-19-22 0,-9-5 0,-1 2 0,-64-50 0,99 87 0,-16-14-105,-1 2 0,-1 0 0,-1 2 0,1 0 0,-2 2 0,0 0 0,0 1 0,-1 2 0,1 0 0,-2 2 0,1 0 0,-43-2 0,45 6-6721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9:12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24575,'5'37'0,"20"73"0,20 63 0,11 22 0,6 6-1674,-4-19 1674,-10-25 0,-10-30 263,-7-33-263,-8-27 343,-8-20-343,-7-14 0,-4-8 0,-4-8-7123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9:14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241 609 24575,'587'-261'-464,"-56"93"-2052,-267 103 3055,293-32 0,-546 95-492,50-6 72,71 0 0,-112 9 61,-1 0 0,0 1-1,-1 0 1,1 2 0,0 0-1,-1 1 1,0 1 0,18 8-1,162 91-179,-161-81 0,0 1 0,-2 2 0,33 32 0,-38-30 0,2 0 0,-1 1 0,-2 2 0,-1 1 0,43 65 0,-37-36 0,-3 0 0,28 78 0,-50-112 0,0 0 0,-2 1 0,-1-1 0,-1 1 0,-2 1 0,-1-1 0,-3 55 0,-1-70 0,-1 1 0,0-1 0,-1 0 0,-1 0 0,0 0 0,-1-1 0,0 0 0,-1 0 0,0 0 0,-1-1 0,-1 0 0,0-1 0,0 1 0,-19 15 0,-12 7 0,-1-2 0,-80 48 0,111-74 0,-631 333 0,-31-58 0,558-238 0,-151 37 0,202-66 0,0-3 0,-1-2 0,0-4 0,-77-2 0,-332-10 0,420 5 0,-54-10 0,55 5 0,-59 0 0,15 8-1365,69-1-5461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9:22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0 170 24575,'414'-57'0,"404"-45"0,-780 98 0,-11 0 0,1 2 0,0 1 0,38 4 0,-61-2 0,0 0 0,0 0 0,0 1 0,0 0 0,-1 0 0,1 0 0,0 1 0,-1-1 0,0 1 0,0 0 0,0 0 0,0 1 0,0-1 0,-1 1 0,0 0 0,1 0 0,-1 0 0,-1 0 0,1 0 0,0 1 0,-1 0 0,0-1 0,0 1 0,1 6 0,3 8 0,-2 0 0,0 0 0,-1 1 0,-1-1 0,0 21 0,-4 21 0,-2 0 0,-2-1 0,-3 1 0,-3-1 0,-37 109 0,-136 276 0,154-375 0,-61 128 0,-136 217 0,207-384-1365,12-17-5461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9:23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1 195 24575,'32'-9'0,"81"-12"0,72-8 0,24 1 0,-11 1 0,-34 6 0,-40 0 0,-37 5 0,-28 5 0,-19 4 0,-13 4 0,-1 1 0,-5 2-8191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9:24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1008 1 24575,'-21'120'0,"9"-61"0,-32 160-826,-171 639-3542,-47 0 4766,4-11-241,206-651 393,-60 179 3539,86-314-5454,20-44-5461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9:24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1 24575,'0'18'0,"-14"49"0,-13 44 0,-12 32 0,-4 24 0,0 2 0,4-8 0,8-29 0,9-26 0,9-26 0,6-23 0,0-21 0,1-7 0,2-4 0,1-2 0,1 1 0,2-5-8191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9:26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1271 1 24575,'-33'1'0,"0"2"0,1 1 0,-40 10 0,-91 32 0,154-43 0,-233 83 0,210-72 0,0 1 0,2 2 0,0 1 0,1 1 0,-38 32 0,58-41 0,0 0 0,0 0 0,1 0 0,0 1 0,0 0 0,1 1 0,1 0 0,0 0 0,-7 22 0,10-25 0,1 0 0,0-1 0,0 1 0,1 0 0,0 0 0,0 0 0,1 0 0,0 0 0,1 0 0,0 0 0,0 0 0,1 0 0,0 0 0,1 0 0,5 12 0,0-7 0,1 1 0,1-1 0,0-1 0,0 0 0,2 0 0,-1-1 0,25 19 0,104 64 0,-108-74 0,241 140 0,-156-94 0,-102-58 0,-1 0 0,0 1 0,-1 1 0,0 0 0,-1 1 0,0 1 0,-1-1 0,11 17 0,-18-24 0,-1 1 0,1-1 0,-1 0 0,0 1 0,-1 0 0,1 0 0,-1 0 0,0 0 0,-1 0 0,1 0 0,-1 0 0,0 1 0,-1-1 0,0 0 0,0 0 0,0 1 0,-1-1 0,0 0 0,0 1 0,0-1 0,-1 0 0,0 0 0,0 0 0,-5 9 0,-4 2 0,-2-1 0,1-1 0,-2 0 0,0 0 0,0-2 0,-2 0 0,0 0 0,0-1 0,-1-1 0,0-1 0,-36 15 0,-17 3 0,-133 34 0,163-51 0,-12 1 0,-1-1 0,-89 5 0,-108-13 0,233-3-170,1 0-1,0-2 0,0 1 1,0-2-1,0 0 0,0-1 1,-28-11-1,27 5-6655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9:27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0 112 24575,'33'0'0,"51"-4"0,60-12 0,36-2 0,16 2 0,-6 3 0,-23 4 0,-29-1 0,-30 1 0,-27 2 0,-25 2 0,-15 2 0,-11 2 0,-6 1 0,-2 0 0,-1 0 0,2 0 0,-4 1-8191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8:51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24575,'1'21'0,"1"0"0,1 0 0,7 26 0,1 4 0,3 27 0,1-5 0,-4 1 0,-2 1 0,-3 84 0,20-220 0,-23 55 0,0-1 0,0 1 0,0 0 0,1 0 0,-1 0 0,2 1 0,-1-1 0,1 1 0,-1 0 0,1 0 0,1 1 0,-1-1 0,1 1 0,0 0 0,0 1 0,0-1 0,0 1 0,0 0 0,9-2 0,34-13 0,114-37 0,-8 5 0,-115 36 0,-34 11 0,1 0 0,-1 0 0,0-1 0,0 0 0,0 0 0,-1 0 0,1-1 0,-1 0 0,0 0 0,-1 0 0,1-1 0,-1 0 0,0 0 0,0 0 0,-1 0 0,0 0 0,0-1 0,0 1 0,3-14 0,0-5 0,-1-1 0,0 0 0,1-52 0,-6 77 0,0-16 0,0 21 0,-1 35 0,1 461-1365,0-477-5461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8:52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30 221 24575,'0'387'0,"0"-382"0,-1 25 0,1-29 0,0 1 0,0-1 0,0 0 0,0 0 0,-1 0 0,1 1 0,0-1 0,-1 0 0,1 0 0,-1 0 0,1 0 0,-1 0 0,0 0 0,1 0 0,-1 0 0,0 0 0,0 0 0,-1 1 0,2-2 0,0 0 0,0 0 0,-1 0 0,1 0 0,0 0 0,0 0 0,0 0 0,-1 0 0,1 0 0,0 0 0,0 0 0,-1-1 0,1 1 0,0 0 0,0 0 0,0 0 0,-1 0 0,1 0 0,0-1 0,0 1 0,0 0 0,0 0 0,0 0 0,-1-1 0,1 1 0,0 0 0,0 0 0,0 0 0,0-1 0,0 1 0,0 0 0,0 0 0,0-1 0,0 1 0,0 0 0,0 0 0,0-1 0,-5-22 0,1 0 0,1-1 0,2 0 0,2-42 0,-1 26 0,-1-44 0,4-130 0,-2 203 0,0 0 0,1 0 0,0 0 0,1 1 0,0-1 0,1 1 0,6-13 0,-8 19 0,1 0 0,-1 0 0,1 0 0,0 0 0,0 1 0,0-1 0,1 1 0,-1 0 0,1 0 0,0 0 0,-1 0 0,1 1 0,1-1 0,-1 1 0,0 0 0,0 1 0,1-1 0,8-1 0,-7 1 0,1 1 0,0 0 0,0 0 0,0 1 0,0 0 0,0 0 0,0 1 0,10 1 0,-14-1 0,-1 0 0,1 0 0,-1 0 0,0 0 0,1 0 0,-1 1 0,0-1 0,0 1 0,0-1 0,0 1 0,0 0 0,0 0 0,0 0 0,0 0 0,-1 0 0,1 0 0,-1 0 0,0 1 0,0-1 0,0 0 0,0 1 0,0-1 0,0 1 0,0-1 0,0 4 0,0 4 0,0-1 0,0 0 0,-1 1 0,0-1 0,0 1 0,-1-1 0,-1 0 0,0 1 0,0-1 0,0 0 0,-1 0 0,-1 0 0,1 0 0,-8 10 0,11-17 0,-1 0 0,0 0 0,0 1 0,1-1 0,0 0 0,-1 0 0,1 0 0,0 1 0,0-1 0,0 0 0,0 0 0,0 0 0,1 1 0,-1-1 0,1 0 0,0 0 0,-1 0 0,1 0 0,0 0 0,0 0 0,0 0 0,0 0 0,1 0 0,-1 0 0,0-1 0,1 1 0,-1 0 0,1-1 0,2 2 0,6 5 0,0 0 0,1 0 0,21 10 0,-18-10 0,152 91 0,185 97 0,-320-183-47,-23-10-141,1 0-1,-1 1 1,0 0 0,0 0 0,-1 1-1,13 9 1,-8-3-6638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9:03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3748 0 24575,'2'29'0,"0"-1"0,2 1 0,2-1 0,11 38 0,-7-30 0,-7-25 0,-1-1 0,0 0 0,0 1 0,-1 21 0,-1-29 0,0 0 0,0 0 0,-1 0 0,1 0 0,-1 0 0,0 0 0,0 0 0,0 0 0,0 0 0,-1 0 0,1 0 0,-1 0 0,0-1 0,0 1 0,0-1 0,0 1 0,0-1 0,0 0 0,-1 0 0,1 0 0,-1 0 0,-3 2 0,-11 3 0,-1 0 0,0-1 0,0 0 0,0-2 0,0 0 0,-28 2 0,34-5 0,-460 36-554,-5-35-310,448-2 895,25 0-27,-784-28-146,661 15 12,1-5 0,1-6 0,1-5 0,-143-54 0,213 63 74,-214-78 1657,199 77-1286,-136-23 0,161 37-315,-24-3 0,-98-2 0,128 11 0,26 0 0,-1 0 0,0 1 0,1 0 0,-1 1 0,0 1 0,-21 5 0,32-6 0,0 0 0,0 0 0,0 0 0,1 0 0,-1 1 0,0-1 0,0 0 0,1 1 0,-1 0 0,1-1 0,-1 1 0,1 0 0,0 0 0,0 0 0,0 0 0,0 0 0,0 0 0,0 0 0,0 0 0,0 3 0,-1 5 0,1 0 0,-1-1 0,2 16 0,0-15 0,1 517 0,3-167 0,-4-286-1365,0-52-5461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9:05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24575,'1462'0'-2601,"-833"0"3996,-586-1-1154,0-3 1,0-1-1,-1-2 0,44-13 0,-57 12-241,35-3 0,-54 10 0,0 0 0,-1 0 0,1 1 0,0 1 0,0 0 0,-1 0 0,16 4 0,-21-3 0,1 0 0,-1 1 0,0-1 0,0 1 0,0 0 0,-1 0 0,1 0 0,0 0 0,-1 1 0,0-1 0,0 1 0,0 0 0,0 0 0,-1 0 0,0 0 0,3 6 0,3 9 0,0 1 0,6 27 0,-12-39 0,114 414 0,-101-351-1365,-12-43-5461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39:48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1723 24575,'-2'2'0,"1"0"0,0-1 0,-1 1 0,1 0 0,0 0 0,0 0 0,0 0 0,0 0 0,1 0 0,-1 1 0,0-1 0,1 0 0,0 0 0,-1 3 0,-1 9 0,-43 272 0,13-55 0,29-217 0,-14 96 0,16-97 0,0 0 0,1 0 0,0 0 0,1 0 0,1-1 0,4 20 0,-4-27 0,1 1 0,-1-1 0,1 0 0,0 0 0,0 0 0,1 0 0,-1 0 0,1-1 0,0 0 0,1 0 0,-1 0 0,1 0 0,-1 0 0,10 4 0,8 4 0,1 0 0,28 9 0,-6-3 0,34 21 0,49 21 0,-109-52 0,-1-2 0,1 0 0,1-2 0,-1 0 0,21 2 0,55 3 0,-43-3 0,78-1 0,3-14-131,210-42-1,129-59-289,-201 44 321,1327-266-1777,-985 230 1787,-256 46 196,-306 50 1324,-38 5-1188,-1 0 1,0-1 0,1-1-1,12-3 1,-20 3-243,0 1 0,0-1 1,0 1-1,0-1 0,0-1 0,0 1 0,-1-1 0,0 0 1,1 0-1,-2 0 0,1-1 0,4-5 0,0-3 0,0 0 0,-1 0 0,0-1 0,-1 0 0,6-22 0,15-79 0,-3 11 0,54-243 0,-60 254 0,-6 22 0,5-119 0,-16-71 0,-2 180 0,-3 18 0,-15-84 0,18 139 0,-3-10 0,0-1 0,-1 1 0,-1 0 0,-1 1 0,0-1 0,-1 1 0,-1 1 0,-1 0 0,0 0 0,-16-19 0,10 18 0,0-1 0,-1 2 0,-1 0 0,0 2 0,-1 0 0,-1 0 0,-38-18 0,29 20 0,0 0 0,0 2 0,-1 2 0,-52-9 0,-125-2 0,75 17 0,-216 22 0,-127 59 0,305-36 0,-244 94 0,102-32 0,232-79 0,-29 8 0,-244 92 0,-17 26 0,-90 44 0,165-25 0,170-94 0,36-14 0,63-43 0,-55 33 0,-72 47 0,136-92 0,1 1 0,0 1 0,1 1 0,0 0 0,1 1 0,0 0 0,1 2 0,0-1 0,1 1 0,1 1 0,0 0 0,1 1 0,0 0 0,-7 18 0,-16 37 0,18-41 0,2 0 0,-19 59 0,7-11 97,-2 14-1559,23-72-5364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40:06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0 219 18675,'20675'-219'0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41:46.6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24575,'421'172'19,"-19"27"-998,-377-186 829,1468 854 252,-1476-857-153,-1 1 0,0 0 0,0 1 0,-1 1 0,-1 1 0,25 29 0,-32-31-6775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41:47.9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1904 1 24575,'-564'478'-1420,"278"-230"195,-330 291 2429,588-511-690,0 1-1,-28 39 0,40-48-612,-19 23 99,-72 66 0,98-100 0,0 1 0,1 0 0,-10 16 0,12-18 0,1 0 0,-1 0 0,0 0 0,-1-1 0,0 0 0,0 0 0,-10 7 0,10-9-195,0 1 0,0 0 0,0 1 0,1-1 0,0 1 0,-7 10 0,4-3-6631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42:57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43:45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649 3 24575,'-148'-2'0,"-159"4"0,300-1 0,-1 1 0,1-1 0,0 1 0,1 1 0,-1-1 0,0 1 0,1 0 0,-1 0 0,1 1 0,0 0 0,0 0 0,0 1 0,1-1 0,0 1 0,0 0 0,0 1 0,0-1 0,1 1 0,0 0 0,0 0 0,0 0 0,-3 10 0,-4 7 0,2 1 0,1 0 0,0 0 0,2 1 0,-4 28 0,6-21 0,2-1 0,0 1 0,2 0 0,2-1 0,1 1 0,1-1 0,2 1 0,1-1 0,1-1 0,2 0 0,1 0 0,1-1 0,2 0 0,0-1 0,2 0 0,1-2 0,2 0 0,37 42 0,-23-35 0,1-1 0,1-1 0,2-2 0,1-2 0,1-1 0,1-2 0,61 27 0,-80-42 0,-9-3 0,0-1 0,1 0 0,-1 0 0,27 4 0,-36-8 0,0-1 0,0 0 0,0 0 0,0 0 0,0 0 0,0 0 0,0-1 0,0 1 0,0-1 0,0 0 0,0 0 0,-1 0 0,1 0 0,0-1 0,0 1 0,-1-1 0,1 1 0,-1-1 0,0 0 0,1 0 0,-1 0 0,0 0 0,0-1 0,0 1 0,0 0 0,-1-1 0,3-3 0,3-9 0,0-1 0,-1 1 0,0-1 0,-2-1 0,0 1 0,4-33 0,-1-104 0,-6 122 0,-1-7 0,0 1 0,-3-1 0,-1 1 0,-2 0 0,-1 0 0,-2 0 0,-1 1 0,-28-62 0,28 73 0,-2 1 0,-1-1 0,-1 2 0,-1 0 0,-1 0 0,-1 2 0,-30-31 0,34 45 0,12 16 0,14 22 0,95 171 0,78 135 0,-130-247 0,110 137 0,-160-221 0,0 1 0,1-1 0,-1-1 0,1 0 0,0 0 0,1 0 0,-1-1 0,1 0 0,0 0 0,0-1 0,0 0 0,0 0 0,0-1 0,1 0 0,-1 0 0,1-1 0,-1 0 0,1-1 0,0 0 0,-1 0 0,1-1 0,0 0 0,-1 0 0,1-1 0,11-4 0,43-16-556,61-30 1,-118 49 301,19-9-6572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43:46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1 414 24575,'146'172'0,"-116"-135"0,61 92 0,19 21 0,-102-139 0,1-1 0,1 0 0,0 0 0,0-1 0,0 0 0,15 8 0,-23-16 0,1 1 0,-1-1 0,1 0 0,-1 0 0,1 0 0,0 0 0,-1-1 0,1 1 0,0-1 0,0 0 0,0 1 0,-1-1 0,1-1 0,0 1 0,0 0 0,0-1 0,-1 1 0,1-1 0,0 0 0,-1 0 0,1 0 0,0 0 0,-1 0 0,1 0 0,-1-1 0,0 0 0,1 1 0,-1-1 0,0 0 0,0 0 0,0 0 0,0 0 0,-1 0 0,1-1 0,0 1 0,1-4 0,18-30 0,-1-2 0,-1 0 0,-2-1 0,13-48 0,14-32 0,-17 54 0,-2-1 0,-4 0 0,22-117 0,2-10-1365,-39 172-5461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43:47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725 1 24575,'-50'189'0,"-20"78"0,-31 123-1239,90-346 559,-111 437-3955,3 11 3543,-74 495 1174,166-795 191,-4 227-1,31-337 314,3-1-1,3 0 1,4 0-1,4-1 1,34 115-1,-38-167-5270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43:48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30 519 24575,'0'1767'-757,"-11"-1851"1388,-8-748-514,21 603-108,10-69-9,-5 244 0,2 0 0,2 0 0,27-75 0,-3 34 0,4 1 0,72-124 0,-101 203 0,0 0 0,1 0 0,0 1 0,1 0 0,1 1 0,17-14 0,-25 23 0,0 0 0,1 1 0,-1 0 0,1 0 0,0 0 0,0 1 0,0-1 0,0 1 0,8-1 0,-10 2 0,0 1 0,0 0 0,-1 0 0,1 0 0,0 0 0,0 1 0,0 0 0,-1-1 0,1 1 0,0 1 0,-1-1 0,1 0 0,-1 1 0,1 0 0,-1 0 0,6 3 0,-5 0 0,1-1 0,-1 0 0,0 1 0,0 0 0,0 0 0,-1 0 0,0 0 0,0 1 0,0-1 0,-1 1 0,1 0 0,2 10 0,1 11 0,5 44 0,-10-65 0,11 121 0,-7 221 0,-46 123 0,26-367 0,-49 184 0,63-283 0,-1 1 0,0-1 0,1 0 0,-2 0 0,1 1 0,0-2 0,-1 1 0,0 0 0,0 0 0,-1-1 0,1 0 0,-1 1 0,0-1 0,0-1 0,0 1 0,-1-1 0,1 1 0,-1-1 0,0-1 0,0 1 0,0-1 0,0 1 0,0-1 0,-1-1 0,1 1 0,-1-1 0,1 0 0,-1 0 0,1-1 0,-9 0 0,-176-2-1365,157 2-5461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43:50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0 106 24575,'5'1'0,"-1"1"0,1-1 0,-1 1 0,0-1 0,0 1 0,0 0 0,0 1 0,0-1 0,0 1 0,0 0 0,6 6 0,-1-1 0,27 20 0,-2 2 0,0 1 0,53 66 0,-74-80 0,-1 0 0,0 1 0,-2 1 0,0 0 0,-1 0 0,-1 1 0,-1 0 0,0 1 0,-2 0 0,5 31 0,-7-12 0,0-1 0,-3 1 0,-1 0 0,-2-1 0,-2 1 0,-12 46 0,10-69 0,0-1 0,-1 0 0,0 0 0,-1-1 0,-1 0 0,-1-1 0,-24 26 0,30-33 0,2-5 0,1 1 0,-1 0 0,1-1 0,-1 0 0,0 1 0,0-1 0,0 0 0,-1 0 0,1-1 0,-4 2 0,6-2 0,0-1 0,-1 0 0,1 0 0,0 1 0,0-1 0,0 0 0,0 0 0,0 0 0,0 0 0,0-1 0,0 1 0,0 0 0,0 0 0,-1-1 0,1 1 0,0 0 0,0-1 0,0 1 0,1-1 0,-1 0 0,0 1 0,0-1 0,0 0 0,0 1 0,0-1 0,1 0 0,-1 0 0,0 0 0,1 0 0,-1 0 0,1 1 0,-1-1 0,1 0 0,-1 0 0,1 0 0,0-1 0,-1 1 0,1-1 0,-4-18 0,0 0 0,2-1 0,0 1 0,1 0 0,1-1 0,3-20 0,-1-11 0,-2 13 0,2 0 0,2-1 0,1 1 0,2 0 0,2 1 0,1 0 0,2 0 0,26-55 0,-36 90 0,16-36 0,2 1 0,2 1 0,48-62 0,72-64 0,-113 122-1365,-18 20-5461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44:10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1 276 24575,'17'40'0,"2"0"0,2-2 0,1-1 0,46 59 0,-34-49 0,48 69 0,353 514 0,-422-608 0,15 35 0,-18-35 0,19 32 0,-16-32 0,14 35 0,-16-34 0,19 34 0,-28-55 0,0 1 0,-1-1 0,1 0 0,1 0 0,-1 0 0,0 0 0,0 0 0,1 0 0,-1 0 0,1-1 0,0 1 0,-1-1 0,1 0 0,0 0 0,0 0 0,0 0 0,0 0 0,0-1 0,0 1 0,0-1 0,0 0 0,0 0 0,0 0 0,0 0 0,0 0 0,0-1 0,0 1 0,5-3 0,6-1 0,1-2 0,-1 0 0,-1 0 0,19-12 0,-25 14 0,232-155 0,-55 35 0,1157-732-833,-1101 704 1180,306-143 0,-533 289-592,0 1 0,0 0 0,0 1-1,14-3 1,-5 4-6581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44:39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1 350 24575,'129'150'0,"-52"-57"0,511 539 0,-552-595 0,-10-10 0,1 0 0,2-2 0,0-1 0,1-2 0,1-1 0,47 24 0,-67-40 0,0-2 0,0 0 0,0 0 0,1-1 0,-1 0 0,0-1 0,1 0 0,-1-1 0,1 0 0,-1-1 0,1 0 0,-1-1 0,0 0 0,19-6 0,12-7 0,0-2 0,58-33 0,-55 27 0,837-402 0,-679 328 0,-107 52 0,386-171 0,-125 72 0,254-93 0,-496 193 0,77-23 0,-182 63 22,0 0 1,0 0-1,0-1 0,-1 0 0,16-12 1,-13 9-523,-1 1 1,21-10-1,-11 9-6326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44:54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1 247 24575,'442'719'-824,"-319"-525"-62,50 70 1659,-171-262-751,-1 1 0,1-1 0,0 0 1,-1 0-1,1 1 0,0-1 0,1-1 1,-1 1-1,0 0 0,0 0 0,1-1 0,-1 0 1,1 1-1,-1-1 0,1 0 0,0 0 1,-1 0-1,1 0 0,0-1 0,0 1 0,0-1 1,-1 0-1,1 0 0,0 0 0,0 0 1,0 0-1,3-1 0,8-3 64,0 0 0,-1 0 0,0-1 0,20-11 0,-10 6-203,443-243 119,-370 198-2,34-20 0,426-263 0,-316 173 0,-191 130 0,-31 21 0,-1 1 0,2 1 0,0 0 0,0 2 0,1 0 0,0 1 0,41-12 0,-16 12 0,-1-1 0,0-3 0,-1-2 0,0-1 0,68-38 0,-96 47 0,-1 0 0,23-8 0,15-7 0,-27 10 0,1 0 0,0 2 0,52-14 0,-58 18 0,0-2 0,0 0 0,-1-1 0,-1-1 0,0-1 0,0 0 0,17-16 0,3 1 0,1-6-1365,-25 16-5461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47:36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47:48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49:49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1 962 24575,'11'7'0,"0"0"0,-1 0 0,20 17 0,4 4 0,866 665 0,-886-681 0,1-1 0,0 0 0,0-1 0,1-1 0,1 0 0,-1-1 0,2-1 0,-1-1 0,1 0 0,-1-2 0,2 0 0,28 3 0,25-4-50,-1-4 1,133-17-1,144-51-1593,-141 14 1277,-3-9-1,-2-9 1,368-190-1,-247 79 128,-18 9 256,928-516-323,-1171 655 285,30-18 1061,3 4 1,102-38 0,-145 76-1795,-32 10-5998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1:43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1 934 24575,'209'340'0,"-128"-216"0,-50-75 0,8 14 0,61 72 0,-92-126 0,0-1 0,1 0 0,0-1 0,0 0 0,1-1 0,0 0 0,0 0 0,13 4 0,89 29 0,-102-36 0,27 7 0,1-2 0,1-2 0,-1-2 0,0-1 0,1-2 0,72-7 0,-41-3 0,0-4 0,127-39 0,330-168-44,-432 176-60,587-305-639,-10-14 891,-589 320 420,36-18-480,163-60-1,-261 113-87,-1-1 0,31-18 0,-44 23 0,0 1 0,1 0 0,-1 1 0,1-1 0,-1 2 0,1-1 0,11 0 0,18-4 0,1111-222-1617,-274 34 521,-828 182-4382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2:27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1115 0 24575,'-262'10'0,"213"-4"0,-1 1 0,2 3 0,-59 20 0,65-15 0,1 1 0,0 3 0,2 1 0,-62 41 0,75-42 0,1 1 0,1 1 0,0 1 0,2 2 0,1 0 0,1 1 0,-20 32 0,12-13 0,3 0 0,-23 57 0,42-86 0,0 0 0,1 1 0,1-1 0,1 1 0,0 0 0,1-1 0,1 1 0,0 0 0,1 1 0,1-1 0,3 20 0,-1-26 0,0 1 0,1-1 0,0 0 0,1-1 0,0 1 0,1-1 0,0 0 0,0 0 0,1-1 0,0 1 0,0-2 0,1 1 0,0-1 0,0 0 0,13 7 0,12 8 0,2-2 0,64 27 0,23 1-62,3-5 0,1-5 0,2-6 0,197 23 0,-82-31-329,370-13 0,-449-18-792,-147 6-4733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2:28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764 1 24575,'0'11'0,"0"0"0,-1 0 0,0 1 0,-1-1 0,0 0 0,-7 19 0,-3 10 0,-143 486 72,5-16-2486,-132 402 2205,188-580 1989,70-238-1446,-5 23-1262,26-98-5898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2:30.9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211 0 24575,'-31'359'0,"24"-305"0,-45 267 0,5-33 0,40-251-273,-1 0 0,-1 0 0,-3-1 0,-19 44 0,24-64-6553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2:32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24575,'117'-2'0,"125"5"0,-237-2 0,0 0 0,0 0 0,-1 0 0,1 1 0,-1 0 0,1 0 0,-1 0 0,0 1 0,0 0 0,0-1 0,0 1 0,0 1 0,0-1 0,-1 0 0,0 1 0,0 0 0,0 0 0,0 0 0,0 0 0,-1 0 0,0 0 0,2 5 0,5 13 0,-1 0 0,0 0 0,4 28 0,-10-41 0,-1-7 0,9 34 0,-2 0 0,-2 0 0,-1 1 0,-2-1 0,-1 49 0,-4-76 0,1 0 0,-2-1 0,1 1 0,-1-1 0,0 1 0,-1-1 0,0 0 0,0 0 0,-1-1 0,0 1 0,0-1 0,-1 0 0,0 0 0,-11 9 0,-7 5 0,-1-1 0,-47 27 0,46-31 0,0-2 0,0-1 0,-1-1 0,-55 16 0,68-24 41,1 1 0,-23 12-1,24-11-536,0 0 1,-24 7-1,18-9-6330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2:33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1638 1 24575,'-202'384'35,"16"-33"-486,1 8-1491,-185 376 1640,183-292 1879,6-13-494,103-259-1083,-58 119 0,107-220 0,23-53 0,0 0 0,-2-1 0,0 0 0,-10 16 0,13-24-227,-1 0-1,2 0 1,-1 1-1,1 0 1,-4 10-1,3 1-6598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2:35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1245 0 24575,'-12'2'0,"0"-1"0,0 2 0,1 0 0,-1 0 0,1 1 0,0 0 0,0 1 0,-20 12 0,6-4 0,-65 35-79,2 4-1,3 4 1,-139 118-1,119-78-214,4 4 0,-101 132-1,96-92 461,90-116-144,0 1 1,2 0-1,-20 52 0,30-62-48,0 0 0,1-1-1,1 2 1,1-1 0,0 0 0,0 0 0,2 0 0,0 1-1,0-1 1,2 0 0,0 0 0,1 0 0,0-1-1,1 1 1,7 14 0,7 7-6800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2:36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58 107 24575,'-1'3'0,"1"0"0,-1-1 0,1 1 0,-1-1 0,0 0 0,0 1 0,-1-1 0,1 0 0,-3 5 0,-6 10 0,1 12 0,2 0 0,0 0 0,2 1 0,1 0 0,2 0 0,1 0 0,2 31 0,0-48 0,0-1 0,1 1 0,0-1 0,1 0 0,0 0 0,1 0 0,0 0 0,11 21 0,-11-28 0,-1 0 0,1 1 0,-1-1 0,1-1 0,1 1 0,-1 0 0,1-1 0,-1 0 0,1 0 0,1-1 0,-1 1 0,0-1 0,1 0 0,0 0 0,-1-1 0,1 0 0,0 0 0,0 0 0,10 1 0,4-1 0,1-1 0,-1 0 0,0-2 0,1 0 0,-1-1 0,0-2 0,37-10 0,-28 5 0,-1-2 0,-1-1 0,0-2 0,43-28 0,-9-3 0,-3-3 0,-2-2 0,71-82 0,-98 97 0,-2-1 0,-1-2 0,32-60 0,-56 95 0,0 0 0,-1 0 0,1-1 0,-1 1 0,0-1 0,0 1 0,0-1 0,1-4 0,-3 7 0,1 1 0,0 0 0,0 0 0,0 0 0,0 0 0,0 0 0,0 0 0,0-1 0,0 1 0,0 0 0,-1 0 0,1 0 0,0 0 0,0 0 0,0 0 0,0 0 0,0 0 0,-1 0 0,1 0 0,0 0 0,0 0 0,0 0 0,0 0 0,0-1 0,-1 1 0,1 0 0,0 0 0,0 1 0,0-1 0,0 0 0,-1 0 0,1 0 0,0 0 0,0 0 0,0 0 0,0 0 0,0 0 0,-1 0 0,1 0 0,0 0 0,0 0 0,0 0 0,0 0 0,0 1 0,0-1 0,0 0 0,-1 0 0,1 0 0,0 0 0,0 0 0,0 0 0,0 1 0,0-1 0,0 0 0,0 0 0,0 0 0,0 1 0,-9 8 0,-10 17 0,2 1 0,1 0 0,-19 46 0,-29 96 0,42-109 0,10-22 21,1 0-1,2 1 0,2 0 1,-4 56-1,9 158-1007,3-217 507,-1-12-6346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2:38.2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1446 29 24575,'-11'-1'0,"0"0"0,0 0 0,-16-5 0,-18-3 0,-80-1 0,-184 9 0,285 3 0,1 1 0,-1 2 0,1 0 0,0 1 0,1 1 0,0 2 0,0 0 0,0 1 0,-37 24 0,56-32 0,-1 1 0,1-1 0,-1 1 0,1 0 0,0 0 0,0 0 0,0 0 0,0 1 0,1-1 0,0 1 0,-1 0 0,1-1 0,0 1 0,1 0 0,-1 0 0,1 0 0,0 1 0,0-1 0,0 0 0,0 0 0,1 1 0,-1-1 0,1 0 0,1 1 0,-1-1 0,0 0 0,1 1 0,0-1 0,0 0 0,0 0 0,1 0 0,-1 0 0,5 8 0,2 3 0,1 1 0,1-1 0,0-1 0,1 0 0,0 0 0,26 23 0,176 141 0,-209-175 0,-1 1 0,1 0 0,-1 0 0,1 0 0,-1 0 0,-1 1 0,1-1 0,-1 1 0,1 0 0,-1 0 0,0 0 0,-1 0 0,1 0 0,-1 0 0,1 10 0,-2-11 0,1 0 0,-1-1 0,0 1 0,0 0 0,-1 0 0,1-1 0,-1 1 0,0 0 0,0-1 0,0 1 0,0-1 0,0 1 0,-1-1 0,0 0 0,1 0 0,-1 1 0,-1-1 0,1 0 0,0-1 0,-1 1 0,1 0 0,-1-1 0,-5 5 0,-6 0 0,0 0 0,0-1 0,0-1 0,0 0 0,-25 4 0,-80 9 0,105-16 0,-142 9-21,-170-9 0,150-4-1302,154 2-5503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2:53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0 760 24575,'1'5'0,"0"-1"0,0 0 0,0 0 0,1 1 0,-1-1 0,1 0 0,0 0 0,1 0 0,3 5 0,2 5 0,222 335 0,-216-329 0,135 165 0,-47-62 0,-82-100 0,1 0 0,0-1 0,40 31 0,-28-26 0,-24-18 0,1 0 0,0-1 0,1-1 0,0 0 0,0 0 0,14 6 0,1-4 0,0-1 0,0-1 0,1-2 0,0 0 0,0-2 0,0-1 0,34-2 0,-1-3 0,1-3 0,70-17 0,0-8-4,130-49-1,117-65-797,-273 103 294,630-262-2598,362-176 2809,-324 139-1836,-547 238 1994,6-2 832,-75 42 3184,-127 49-2946,-20 9-7629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3:29.2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113 114 24575,'-1'0'0,"-1"1"0,1-1 0,0 1 0,0-1 0,0 1 0,0-1 0,-1 1 0,1 0 0,0 0 0,0 0 0,0 0 0,1 0 0,-1 0 0,0 0 0,0 0 0,0 0 0,1 0 0,-1 0 0,1 0 0,-1 2 0,-13 28 0,13-28 0,-3 7 0,-5 11 0,2-1 0,0 1 0,1 1 0,1-1 0,1 1 0,-2 34 0,5-13 0,4 160 0,7-152 0,-9-49 0,-1 1 0,1-1 0,-1 1 0,1-1 0,0 0 0,0 1 0,1-1 0,-1 0 0,0 0 0,1 0 0,-1 0 0,1 0 0,0 0 0,-1 0 0,1 0 0,4 2 0,-5-4 0,-1 0 0,1 0 0,0 0 0,-1-1 0,1 1 0,0 0 0,0-1 0,-1 1 0,1 0 0,0-1 0,-1 1 0,1-1 0,-1 1 0,1-1 0,0 1 0,-1-1 0,1 1 0,-1-1 0,1 0 0,-1 1 0,0-1 0,1 0 0,-1 1 0,0-1 0,1 0 0,-1 1 0,0-1 0,0 0 0,0 0 0,0 1 0,1-1 0,-1 0 0,0 0 0,0 1 0,-1-2 0,5-33 0,-4 33 0,1-10 0,15-147 0,-9 108 0,-2 1 0,-3-1 0,-7-98 0,-2 121 0,0 25 0,0 16 0,-15 58 0,2 1 0,4 1 0,3 0 0,3 1 0,1 78 0,9-133 0,2 0 0,0 0 0,1 1 0,1-2 0,1 1 0,0 0 0,2-1 0,0 0 0,1 0 0,0-1 0,2 0 0,15 21 0,-16-28 0,1-1 0,0 0 0,0-1 0,1 0 0,0-1 0,0 0 0,1-1 0,0 0 0,0-1 0,17 6 0,-3-7 0,0-1 0,0-1 0,0-1 0,35-3 0,-8 0 0,-42 1 0,0 0 0,-1-1 0,1 0 0,0 0 0,-1-1 0,0-1 0,0 0 0,0 0 0,0-1 0,-1 0 0,1-1 0,-1 0 0,-1-1 0,1 1 0,-1-1 0,0-1 0,-1 0 0,10-12 0,5-9 0,-2-2 0,-1 0 0,-1-2 0,15-37 0,-27 54 0,0 0 0,-1 0 0,-1-1 0,-1 0 0,0 0 0,0-23 0,-5-108 0,-1 61 0,4 75 0,-1 0 0,-1 0 0,0 0 0,-1 0 0,0 0 0,-1 0 0,0 1 0,0-1 0,-10-18 0,9 22 0,-1 0 0,-1 0 0,0 0 0,0 1 0,0-1 0,-1 2 0,0-1 0,-11-8 0,-8-3 0,-35-18 0,29 20 0,-1 3 0,0 0 0,-56-12 0,63 20-54,-1 2 1,0 0-1,0 2 0,-35 2 0,24 0-1042,14 0-5730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4:00.1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 1 24575,'29'-1'0,"1"2"0,-1 1 0,0 1 0,0 2 0,0 1 0,0 1 0,-1 1 0,0 2 0,-1 1 0,0 1 0,37 22 0,-35-15 0,-21-15 0,1 1 0,-1 0 0,0 0 0,0 1 0,-1 0 0,0 1 0,0-1 0,0 1 0,-1 1 0,0-1 0,0 1 0,-1 0 0,6 13 0,-3-1 0,-1 0 0,-1 1 0,0 0 0,-2 0 0,-1 0 0,0 0 0,-1 39 0,-3-44 0,0 0 0,-1 0 0,-1 0 0,0-1 0,-2 1 0,1-1 0,-2 0 0,0 0 0,0 0 0,-2-1 0,-9 14 0,10-16 0,-1-1 0,0-1 0,-1 1 0,0-1 0,0-1 0,-1 0 0,0 0 0,-1-1 0,0 0 0,0-1 0,-1 0 0,0-1 0,0 0 0,-19 6 0,14-6 0,0 0 0,0 1 0,-25 16 0,33-19 0,0 0 0,0-1 0,-1 0 0,1 0 0,-1-1 0,1 0 0,-1 0 0,-10-1 0,-84-2 0,51-1 0,46 2 0,3 0 0,1 1 0,0-1 0,0 0 0,0 0 0,0-1 0,0 1 0,0 0 0,0-1 0,0 0 0,0 0 0,0 0 0,0 0 0,0 0 0,1 0 0,-6-4 0,8 4 0,-1 0 0,1 1 0,0-1 0,0 1 0,0-1 0,0 0 0,0 1 0,0-1 0,0 0 0,0 1 0,0-1 0,1 1 0,-1-1 0,0 0 0,0 1 0,0-1 0,1 1 0,-1-1 0,0 0 0,1 1 0,-1-1 0,0 1 0,1-1 0,-1 1 0,1 0 0,-1-1 0,1 1 0,-1-1 0,1 1 0,-1 0 0,1-1 0,-1 1 0,1 0 0,0 0 0,-1-1 0,1 1 0,-1 0 0,2 0 0,26-11 0,10 4 0,0 2 0,1 1 0,-1 2 0,56 4 0,-29-1 0,-3-1 0,83 3 0,-81 10 0,-48-9 0,-1-1 0,23 3 0,165-5 56,-108-2-1477,-71 1-5405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4:24.6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1 294 24575,'11'0'0,"-1"1"0,1 1 0,0 0 0,0 1 0,-1-1 0,1 2 0,-1 0 0,12 6 0,78 50 0,-52-30 0,27 19 0,73 62 0,41 25 0,-21-16 0,124 114 0,-198-151 0,84 97 0,-147-138 0,-24-32 0,0 0 0,0 0 0,15 14 0,-17-21 0,0 0 0,0 0 0,0-1 0,0 1 0,0-1 0,1 0 0,-1 0 0,1-1 0,0 0 0,-1 0 0,1 0 0,9 0 0,8-1 0,39-4 0,-48 2 0,0-2 0,-1 1 0,1-2 0,-1 0 0,0 0 0,20-13 0,-2 3 0,618-342-730,-425 227 583,621-327 147,-370 182 0,-320 184 877,-35 34-877,-99 47-1365,-2 2-5461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5:34.9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710 1 24575,'-10'71'0,"-113"663"0,113-700 0,7-26 0,0 0 0,1 1 0,0-1 0,0 12 0,2-19 0,0 0 0,0 0 0,0 0 0,0 0 0,0 0 0,0 0 0,0 0 0,1 0 0,-1 0 0,0 0 0,1 0 0,-1 0 0,1-1 0,-1 1 0,1 0 0,-1 0 0,1 0 0,0-1 0,-1 1 0,1 0 0,0-1 0,-1 1 0,1-1 0,0 1 0,1 0 0,1 0 0,0 0 0,0 0 0,0 0 0,0 0 0,0-1 0,0 1 0,0-1 0,5 0 0,5-1 0,0 0 0,1-1 0,12-4 0,122-32 0,132-30 0,-206 53 0,2 3 0,-1 4 0,122 1 0,-182 8 0,0 2 0,0 0 0,-1 0 0,1 1 0,-1 1 0,0 1 0,0 0 0,-1 0 0,1 2 0,-2-1 0,1 2 0,-1 0 0,0 0 0,-1 1 0,0 1 0,0-1 0,-1 2 0,-1 0 0,0 0 0,-1 0 0,0 1 0,-1 0 0,0 1 0,-1 0 0,-1 0 0,0 0 0,4 20 0,-7-25 0,-1 0 0,-1-1 0,0 1 0,0 0 0,0-1 0,-1 1 0,0-1 0,-1 1 0,0-1 0,0 1 0,-1-1 0,0 0 0,-1 0 0,-4 9 0,-9 10 0,0 0 0,-33 38 0,-6 0 4,-2-4-1,-3-2 1,-71 53 0,-222 133-183,252-184-228,-152 66 0,201-104 405,-1-4 1,0-1-1,-2-3 1,0-3-1,-58 6 1,73-16 159,1-3 0,-1-1 0,1-2 0,-47-11 0,69 12 39,-5-2-1562,2-2-5461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5:36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1 333 24575,'32'-5'0,"63"-10"0,42-8 0,40-5 0,26-1 0,22-6-2382,-1-2 2382,-5 2 0,-22 1 0,-34 7 0,-37 4 762,-29 5-762,-23 6 392,-19 4-392,-14 5 0,-9 2 0,-6 2 1228,-7 0-9419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5:38.9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602 1 24575,'-1'39'0,"-14"76"0,3-37 0,-64 572-1367,-17 127-61,-34-5 1179,-95 187 187,205-892 1097,3 2 1,-9 121-1,22-185-1035,1 1 0,0 0 0,0 0 0,1-1 0,0 1 0,0 0 0,0-1 0,1 1 0,0-1 0,0 1 0,4 7 0,-4-9 0,1-1 0,0 1 0,0-1 0,1 0 0,-1 0 0,1 0 0,-1 0 0,1-1 0,0 1 0,0-1 0,0 0 0,0 0 0,0 0 0,1-1 0,-1 0 0,5 2 0,37 6 0,-1-2 0,48 2 0,-79-8 0,858 23-1308,-12-70-2081,-13-55 2764,-5-40 590,-572 94-247,284-40-1700,281-52 1566,-502 73 1638,-112 30 2338,-81 11-305,-137 24-3255,0 0 0,0 0 0,0 0 0,0-1 0,-1 1 0,1-1 0,0 1 0,-1-1 0,1 0 0,-1 0 0,0 0 0,0 0 0,1 0 0,-1 0 0,-1-1 0,1 1 0,0-1 0,-1 0 0,1 1 0,1-6 0,1-4 0,0 1 0,-2-1 0,4-24 0,-2 7 0,66-413 12,-27 154-152,-7 69-103,55-362-997,-33-3 455,-62 192 3181,0 359-2396,-2 0 0,-1 0 0,-1 1 0,-2 0 0,-1 0 0,-26-51 0,31 73 0,0 1 0,-1-1 0,-12-12 0,-13-17 0,29 34 0,-1 1 0,0-1 0,0 1 0,0 0 0,0 0 0,-1 0 0,1 1 0,-1 0 0,0 0 0,0 0 0,-6-3 0,-7-1 0,-1 1 0,-18-4 0,-15-5 0,16 3 0,1 2 0,-2 2 0,-43-4 0,-119-3 0,124 11 0,-169-6-370,-221 10-1096,1 19 0,1 21 0,-512 112 0,879-132 1447,-246 42-318,261-51 2277,0-5 0,-105-3-1,89-3-1682,0 6 0,-119 20 0,114-9-257,37-5 0,-108 5 0,124-14 0,0 3 0,-61 14 0,-146 25 0,166-38 0,-129-7 0,90-2 0,49 2-1365,57 0-5461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5:54.3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2237 24575,'851'12'-1713,"-3"56"1006,-538-25 629,563 56 995,-711-87-126,174 34-1,-267-35-790,0-3 0,104-1 0,139-21 0,-291 13 0,235-24 0,376-85 0,-267 25 0,-282 61 0,116-50 0,71-51 0,-77 34 0,-21-5 0,-170 95 0,6-5 0,0 0 0,0-1 0,0 1 0,-1-2 0,0 1 0,0-1 0,-1 0 0,0 0 0,0-1 0,-1 1 0,0-1 0,-1-1 0,0 1 0,0-1 0,-1 1 0,0-1 0,1-13 0,2-16 0,-2 0 0,-2-1 0,-3-45 0,1 39 0,-1 28 0,2-34 0,-2-1 0,-3 1 0,-20-100 0,14 115 0,-2 1 0,-22-49 0,26 67 0,1-1 0,-5-25 0,8 29 0,0 0 0,-1 0 0,-1 0 0,-13-25 0,-9-5 0,-76-117 0,81 131 0,-1 1 0,-1 2 0,-32-29 0,14 22 0,0 2 0,-3 3 0,0 1 0,-2 2 0,-101-40 0,25 23 0,-172-38 0,-105 15 0,-4 31 0,368 33 0,-277-11 0,-533 43 0,645-17 0,-113 13 0,150 4 0,96-14 0,-1-3 0,-77 2 0,-22-3 0,0 7 0,-202 49 0,330-57 0,0 2 0,1 2 0,-75 37 0,-102 75 0,101-56 0,67-37 0,2 1 0,-79 76 0,62-52 0,13-10 0,3 1 0,2 3 0,-51 75 0,72-89 0,1 2 0,3 0 0,1 1 0,2 1 0,1 1 0,-10 48 0,15-45 0,2 1 0,3 1 0,1 0 0,3 0 0,3 71 0,2-104 0,1-1 0,1 0 0,0 0 0,0 0 0,2-1 0,0 0 0,0 0 0,1 0 0,1 0 0,0-1 0,12 14 0,13 12 0,69 60 0,-66-68 0,1-2 0,2-2 0,0-1 0,2-2 0,0-2 0,64 23 0,273 69 0,-253-81 0,-30-6 0,2-4 0,1-5 0,0-3 0,132 0 0,-167-14 0,92 11 0,-69-3-174,122-5 1,-149-4-845,-35 1-5808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5:19.2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170 0 24575,'-30'479'-502,"-35"-9"-637,-1 15 1635,60-415-114,4 0 0,6 73-1,-5-344-381,3 91 0,9-111 0,-6 179 0,2 1 0,2 0 0,18-51 0,-15 59 0,-7 16 0,1 0 0,15-26 0,-17 36 0,0 0 0,1 1 0,0 0 0,0 0 0,0 1 0,1-1 0,0 1 0,0 0 0,10-5 0,3-1 0,1 0 0,0 2 0,0 1 0,1 0 0,1 1 0,39-6 0,136-7 0,-181 19 0,-9 1 0,0 0 0,0-1 0,0 0 0,0 0 0,0 0 0,0-1 0,-1 0 0,1-1 0,0 1 0,-1-1 0,0-1 0,0 1 0,0-1 0,0 0 0,0 0 0,-1-1 0,0 1 0,0-1 0,0-1 0,0 1 0,-1-1 0,0 1 0,4-9 0,30-48 0,-3-1 0,34-83 0,-58 110 0,-1 0 0,6-45 0,-2 11 0,-12 107 0,-4 1210-1365,2-1228-5461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5:21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427 679 24575,'0'1923'0,"-1"-2201"1,12-573-1051,2 651 986,8 2-1,57-238 0,-65 386 29,1 0 0,43-95-1,-46 122 188,1 1-1,1 0 0,2 1 0,0 1 0,1 0 1,0 1-1,2 1 0,20-17 0,-16 17-150,107-80 0,-116 90 0,1 0 0,0 1 0,0 0 0,1 1 0,-1 1 0,1 0 0,1 1 0,16-3 0,21-1 0,-36 4 0,1 0 0,0 2 0,0 0 0,0 2 0,22 0 0,-36 1 0,0 0 0,0-1 0,0 1 0,0 1 0,0-1 0,0 0 0,0 1 0,0 0 0,-1 0 0,1 0 0,-1 1 0,1-1 0,-1 1 0,0-1 0,0 1 0,0 0 0,0 0 0,-1 1 0,1-1 0,-1 1 0,0-1 0,0 1 0,0 0 0,0-1 0,-1 1 0,1 0 0,0 6 0,2 6 0,-1-1 0,-1 1 0,-1-1 0,0 1 0,-1-1 0,0 1 0,-1 0 0,-1-1 0,-5 22 0,0-12 0,-1 0 0,-1-1 0,-1 0 0,-2-1 0,-14 23 0,-15 16 0,-3-3 0,-100 103 0,-320 261-334,-43-43 1,480-364 464,23-14-99,0 0 0,1-1-1,-1 1 1,1 1-1,-1-1 1,1 0-1,0 1 1,0 0-1,0 0 1,0-1-1,0 2 1,1-1-1,-1 0 1,1 1-1,0-1 1,-2 5-1,4-7-31,0 0 0,0 0 0,-1 0 0,1-1 0,0 1 0,0 0 0,0 0 0,1 0 0,-1 0 0,0 0 0,0-1 0,0 1 0,1 0 0,-1 0 0,0 0 0,1 0 0,-1-1 0,1 1 0,-1 0 0,1-1 0,-1 1 0,1 0 0,-1-1 0,1 1 0,0 0 0,-1-1 0,1 1 0,0-1 0,0 1 0,-1-1 0,1 0 0,0 1 0,0-1 0,0 0 0,0 0 0,-1 1 0,3-1 0,41 6 0,-33-5 0,191 20-148,-2 9 1,-1 9-1,367 122 0,-268-46 148,310 169 0,-598-279-45,-3-2-36,-1 0 0,1 1 0,-1-1 0,0 1 0,-1 0 0,1 1 0,0-1 0,8 12 0,-7-3-6745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5:23.8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79 24575,'480'-30'14,"-256"11"-391,-140 13-301,552-17 124,-588 25 687,0 2-1,0 2 1,0 3-1,56 17 1,-101-25-85,0 1 0,0 0 1,0-1-1,0 1 1,0 0-1,-1 1 1,1-1-1,-1 0 1,0 1-1,0-1 1,0 1-1,0 0 0,0 0 1,0-1-1,-1 1 1,1 1-1,-1-1 1,0 0-1,0 0 1,1 7-1,2 6-84,-2 1 0,2 29 0,-4-43 59,0 3-23,0 0 0,-1 0 0,1 0 0,-1 0 0,-1 0 0,1 0 0,-1-1 0,0 1 0,-1 0 0,1-1 0,-1 0 0,0 0 0,0 1 0,-1-2 0,1 1 0,-1 0 0,-5 4 0,-9 7 0,0 0 0,-41 26 0,30-22 0,10-8 0,-1-1 0,-37 16 0,33-17 0,-35 22 0,54-29 0,0 1 0,-1-1 0,1 0 0,-1 0 0,0-1 0,1 0 0,-1 0 0,-11 2 0,18-4 0,-1 0 0,0 0 0,0 0 0,0-1 0,0 1 0,0 0 0,1 0 0,-1 0 0,0 0 0,0 0 0,0-1 0,0 1 0,0 0 0,0 0 0,0 0 0,0 0 0,0-1 0,0 1 0,1 0 0,-1 0 0,0 0 0,0 0 0,0-1 0,0 1 0,0 0 0,0 0 0,0 0 0,0-1 0,-1 1 0,1 0 0,0 0 0,0 0 0,0 0 0,0-1 0,0 1 0,0 0 0,0 0 0,0 0 0,0 0 0,0 0 0,-1-1 0,1 1 0,0 0 0,0 0 0,0 0 0,0 0 0,0 0 0,-1 0 0,1 0 0,0-1 0,0 1 0,0 0 0,0 0 0,-1 0 0,1 0 0,0 0 0,-1 0 0,16-10 0,-4 5 0,0 1 0,1 1 0,-1 0 0,1 0 0,21-1 0,63 0 0,-63 4 0,351 1 0,-350 0 0,0 3 0,-1 0 0,1 2 0,-1 2 0,0 1 0,-1 2 0,0 1 0,0 1 0,-1 2 0,56 36 0,-66-35 0,-1 1 0,-1 0 0,0 2 0,-1 0 0,-1 1 0,-1 1 0,25 43 0,-32-48 0,-1 0 0,-1 1 0,0-1 0,-2 2 0,1-1 0,-2 0 0,3 26 0,-3-9 0,-3 0 0,0 0 0,-5 36 0,1-49 0,-1-1 0,-1 0 0,0 1 0,-2-2 0,0 1 0,-1-1 0,-1 0 0,-1 0 0,-1-1 0,0-1 0,-1 0 0,-18 20 0,0-6 0,0-1 0,-2-1 0,-1-1 0,-71 44 0,58-46 0,0-2 0,-2-2 0,-1-3 0,0-1 0,-2-2 0,1-3 0,-2-2 0,-66 5 0,-45-5 0,-215-13 0,243-2 0,29-2 0,-169-31 0,234 31 0,-71 0 0,18 3 0,73-1-1365,4-2-5461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5:26.5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1 291 24575,'74'359'-275,"35"185"-682,-33 6 380,-62 202 2314,-15-649-1665,1-99-72,0-1 0,0 1 0,0 0 0,1-1 0,-1 1 0,1 0 0,0-1 0,0 1 0,0-1 0,1 1 0,-1-1 0,1 0 0,0 1 0,0-1 0,0 0 0,0 0 0,5 4 0,-2-2 0,1-1 0,0 0 0,1 0 0,-1 0 0,0-1 0,1 0 0,0 0 0,9 2 0,2 0 0,-1-1 0,32 2 0,-15-2 0,1761 175-1947,-1200-138 1894,2-36-105,-530-11 899,0-3 0,124-35 0,-97 21-806,241-67 65,-95 25 0,299-70 0,-518 130 0,47-15 0,-64 18 0,0 0 0,0 0 0,0 0 0,0 0 0,-1-1 0,1 1 0,-1-1 0,1 0 0,-1 0 0,0 0 0,0-1 0,5-6 0,1-9 0,0-1 0,-1-1 0,-2 1 0,0-1 0,4-22 0,-4 13 0,51-249-286,-12-2 0,-13-2 0,-5-353 1,-26 565 285,-3 0 0,-3 1 0,-16-82 0,15 132 197,-1 0 0,-1 0 0,-18-32 0,-4-10 158,27 55-355,0 1 0,0-1 0,-1 1 0,1 0 0,-2 0 0,1 0 0,-1 0 0,1 1 0,-1 0 0,-1 0 0,1 0 0,-1 1 0,0-1 0,0 1 0,0 1 0,0-1 0,-1 1 0,0 0 0,1 1 0,-1 0 0,-8-2 0,-19-7 0,-51-24 0,-19-6 0,-2 10 3,-1 6 1,-175-20-1,-228 23-121,-510 47-410,590-11 442,-796 63 808,1081-65-722,61-7 0,-94 19 0,128-15 0,-1-1 0,-98 1 0,132-8 0,-1 0 0,1 2 0,-20 4 0,16-2 0,-36 3 0,-52-8 0,-23 1 0,126 0 15,1 1 0,-1-1-1,0 1 1,0 0-1,1 1 1,-1-1 0,1 1-1,-10 7 1,9-6-229,0 0 0,0-1 0,0 0 0,-1 0 1,0 0-1,-6 1 0,-7 0-6612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6:01.1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2301 332 24575,'-8'-7'0,"0"1"0,0 0 0,0 1 0,-1 0 0,0 0 0,-13-5 0,-9-5 0,-35-17 0,-101-36 0,-77-8 0,97 31 0,104 32 0,0 2 0,-1 1 0,0 3 0,0 2 0,-73-1 0,-381 10 0,474-3 0,0 2 0,0 0 0,0 1 0,0 1 0,1 1 0,0 2 0,-35 15 0,-146 89 0,195-107 0,-16 12 0,0 1 0,2 1 0,0 1 0,1 1 0,1 1 0,0 0 0,2 2 0,1 0 0,1 1 0,1 1 0,-16 37 0,24-41 0,0 0 0,2 0 0,0 0 0,2 1 0,-3 38 0,5-15 0,7 88 0,-1-108 0,1-1 0,2 0 0,0-1 0,1 0 0,2 0 0,0 0 0,2-2 0,0 1 0,2-1 0,0-1 0,27 30 0,13 9 0,3-3 0,86 69 0,22 4-473,5-8 0,5-7 0,350 168 0,-290-190 1552,-217-88-933,-1-1 1,1-1 0,-1-1 0,1 0-1,22-1 1,92-9-259,-116 6 157,77-8-45,130-30 0,-164 25 0,-1-3 0,0-3 0,70-35 0,-91 36 0,-1-2 0,-1-2 0,-1-1 0,-2-2 0,34-35 0,-6-1 0,74-103 0,-118 143 0,-1-1 0,-1-1 0,-1 0 0,-1-1 0,-2 0 0,-1 0 0,0-1 0,-2-1 0,-1 1 0,-2-1 0,0 0 0,-2 0 0,-1 0 0,-2 0 0,0 0 0,-2 0 0,-1 0 0,-1 0 0,-1 1 0,-2 0 0,-15-38 0,-4 7 0,-3 2 0,-57-82 0,53 87 0,26 39 0,-2 1 0,1 0 0,-1 0 0,-1 1 0,0 0 0,-18-12 0,-80-44 0,92 56 0,-30-15 0,-1 2 0,-1 2 0,-1 2 0,0 3 0,-54-11 0,31 14 0,0 3 0,-1 3 0,-78 3 0,-384 6-1365,512-2-5461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6:05.3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 1151 24575,'105'-32'0,"150"-39"0,138-38-1191,261-72-4416,887-257 5101,-1155 338 980,14-5 3561,-347 88-2375,-24 7-1433,1 1 0,0 2 0,1 1 0,31-3 0,11 6-227,24-2 0,108-19 0,-168 16 0,-15 3 0,-1 1 0,1 1 0,23-1 0,-40 4 0,1 0 0,-1 0 0,1 1 0,-1-1 0,1 1 0,-1 1 0,0-1 0,1 1 0,-1 0 0,0 0 0,0 0 0,0 1 0,0 0 0,-1 0 0,1 0 0,-1 1 0,5 3 0,4 9 0,0-1 0,-1 2 0,11 20 0,-5-7 0,163 269-305,-14 8 1,-13 7-1,120 356 0,-235-555 305,28 132 0,-54-182 0,-3-1 0,-3 2 0,-2 110 0,-9-87 777,-4 196-335,8-279-442,-1 0 0,0 0 0,0 1 0,-1-1 0,0 0 0,0 0 0,0 0 0,-1-1 0,1 1 0,-1 0 0,-1-1 0,1 0 0,-1 0 0,0 0 0,0 0 0,-1-1 0,1 1 0,-1-1 0,-6 4 0,-13 9 0,0-2 0,-53 25 0,69-36 0,-320 144-413,-7-15 0,-607 155-1,572-186 378,5 16-1,-661 312 0,-389 180 185,1310-568-78,-43 16 137,142-56-109,0 1-1,-1-2 1,0 1 0,1-1 0,-1 0-1,0 0 1,0 0 0,1-1-1,-10-1 1,13 0-100,0 0 0,0 0-1,0 0 1,0-1 0,0 1 0,1-1-1,-1 1 1,0-1 0,1 0 0,0 0-1,-1 0 1,1 0 0,0-1 0,0 1-1,0-1 1,0 1 0,1-1 0,-1 1-1,1-1 1,-1 0 0,1 0 0,-1-3-1,-8-26 3,2-1 0,1 1 0,1-1 0,-2-56 0,4 51 0,-35-698-491,21 307 262,-13-224 229,23 549 200,-4 1 0,-36-147 0,18 159-69,21 68-133,1 0-1,1-1 0,-7-42 0,-8-107 3,-11-104 0,30 176 0,4 71 0,-2-1 0,0 1 0,-3-1 0,0 1 0,-12-38 0,15 66 0,-5-18 0,0 0 0,1 1 0,-4-29 0,8 42 0,1 1 0,0-1 0,0 0 0,0 1 0,1-1 0,0 1 0,0 0 0,0-1 0,0 1 0,1 0 0,0-1 0,0 1 0,1 0 0,-1 1 0,1-1 0,0 0 0,6-6 0,9-7 0,0 1 0,1 1 0,0 1 0,32-19 0,90-41 0,-88 50 0,-7-1-32,-26 15-301,-1 1-1,1 0 1,27-7 0,-29 12-6493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6:23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3421 867 24575,'0'-3'0,"0"0"0,0-1 0,0 1 0,-1 0 0,1 0 0,-1 0 0,0 0 0,0 0 0,0 0 0,0 0 0,-1 0 0,1 0 0,-1 0 0,0 1 0,0-1 0,1 1 0,-2-1 0,-3-3 0,-2 0 0,0 1 0,0 0 0,0 0 0,-18-6 0,18 7 0,-91-36 0,-1 4 0,-2 5 0,-150-27 0,113 36 0,-1 7 0,-162 3 0,288 12 0,-558 9 0,512-3 0,1 3 0,0 3 0,-105 34 0,27-7 0,-213 81 0,223-72 0,95-36 0,-174 72 0,184-72 0,0 1 0,1 0 0,0 1 0,1 2 0,0 0 0,-30 33 0,20-19 0,22-22 0,0 1 0,0-1 0,0 1 0,-7 11 0,-13 34 0,1 0 0,3 2 0,-23 83 0,36-101 0,3 0 0,1 1 0,2 0 0,1 0 0,2 0 0,2 1 0,6 47 0,-3-72 0,0-1 0,1 0 0,0 1 0,1-2 0,0 1 0,2 0 0,-1-1 0,2 0 0,-1-1 0,2 0 0,12 15 0,2-2 0,0-1 0,1-1 0,1-1 0,29 19 0,34 17 1,2-4-1,3-5 1,120 47 0,301 81-1382,547 74 918,-972-238 792,0-5-1,116-2 1,174-29 772,-302 17-1347,552-73 253,1-34-510,-200 33 286,-120 23 217,124-22 0,-240 60 148,7-2 417,158-38-565,94-17 0,109-61 0,-360 78 0,121-43 0,-276 84 0,-2-2 0,0-2 0,-2-2 0,47-33 0,-60 34 0,-2 0 0,0-2 0,25-31 0,-39 39 0,0-2 0,-1 0 0,-1 0 0,-1-1 0,-1-1 0,10-26 0,-6 5 0,-2-1 0,-3 0 0,-1 0 0,3-47 0,-7 22 0,-11-132 0,4 167 0,-1 1 0,-2-1 0,-1 1 0,-2 0 0,-1 0 0,-1 1 0,-2 1 0,-1 0 0,-1 0 0,-2 2 0,0 0 0,-2 1 0,-2 1 0,0 0 0,-44-39 0,14 22 0,-1 2 0,-3 2 0,-1 3 0,-1 2 0,-2 3 0,-1 2 0,-2 4 0,-81-24 0,-189-14 0,-4 29 0,310 31 0,-390-26-701,-440 25 0,-253 24 2103,1006-16-1402,-150 27 0,115-12 0,-599 88 0,549-71 0,1 8 0,-232 88 0,348-104 0,2 3 0,-81 49 0,84-48 0,49-25 0,1 1 0,0 1 0,-28 19 0,39-24-124,-1-1 0,0 1 0,1-1 0,-1 0 0,-1 0 0,1-1-1,0 0 1,0 0 0,-1 0 0,-9 1 0,-5-1-6702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6:52.2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902 1 23508,'-901'8084'0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6:54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24575,'66'878'0,"-39"-636"0,-6-82 0,6-2 0,52 163 0,-60-235 0,-14-57 0,16 51 0,-21-78 0,1-1 0,-1 1 0,1-1 0,-1 1 0,1-1 0,0 1 0,-1-1 0,1 0 0,0 1 0,0-1 0,0 0 0,0 0 0,1 0 0,-1 0 0,0 0 0,0 0 0,3 2 0,-3-3 0,0 0 0,0 0 0,0 0 0,0 0 0,0 0 0,0 0 0,0 0 0,0 0 0,0 0 0,0 0 0,-1 0 0,1-1 0,0 1 0,0 0 0,0-1 0,0 1 0,0-1 0,-1 1 0,1-1 0,0 1 0,1-2 0,3-3 0,-1 0 0,1-1 0,-1 1 0,0-1 0,0 0 0,3-9 0,40-87 0,29-54 0,221-305 0,-119 193 0,-156 234-455,-1 0 0,26-63 0,-41 82-6371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3:11.6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24575,'14'458'0,"0"8"0,-15-239-1365,1-205-5461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3:13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30 24575,'380'-14'0,"-18"0"0,-308 13 0,86 3 0,-138-1 0,0-1 0,0 0 0,1 0 0,-1 1 0,0 0 0,0-1 0,0 1 0,0 0 0,0 0 0,0 0 0,0 0 0,0 0 0,0 0 0,0 1 0,-1-1 0,1 1 0,-1-1 0,1 1 0,-1 0 0,1-1 0,-1 1 0,0 0 0,0 0 0,0 0 0,0 0 0,0 0 0,0 0 0,0 0 0,-1 0 0,1 1 0,-1-1 0,0 0 0,0 0 0,1 0 0,-1 1 0,-1-1 0,1 0 0,0 0 0,0 1 0,-2 1 0,0 7 0,0 0 0,-1-1 0,-1 1 0,0-1 0,0 0 0,-1 0 0,-6 10 0,-39 56 0,-67 78 0,-71 60 0,88-104 0,-132 188 0,106-96 0,37-53 0,81-132 27,0-1 0,1 2-1,-9 29 1,-3 11-1499,13-41-5354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3:15.1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1 140 24575,'8'-3'0,"0"0"0,0 1 0,0-1 0,1 2 0,-1-1 0,1 1 0,14 0 0,0 0 0,447-52 0,275-16 0,-603 70-1365,-121-1-5461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3:19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302 221 24575,'554'-40'0,"-284"13"0,113-22 0,-243 27 0,1 7 0,195 3 0,45-15 0,11 0 0,-311 26 0,82 4 0,-160-3 0,0 1 0,1-1 0,-1 1 0,0 0 0,0 0 0,0 0 0,0 1 0,0-1 0,0 1 0,-1-1 0,1 1 0,0 0 0,-1 0 0,1 0 0,-1 0 0,0 1 0,0-1 0,0 1 0,0-1 0,3 6 0,1 4 0,-1 0 0,0 0 0,6 25 0,3 7 0,15 36 0,-4 1 0,-3 1 0,20 153 0,-14 24 0,-24-189 0,-9 121 0,4-181 0,0 0 0,-1 0 0,0 0 0,0 0 0,-1 0 0,0 0 0,-1-1 0,0 1 0,0-1 0,-1 0 0,0 0 0,-1-1 0,0 1 0,0-1 0,-1-1 0,0 1 0,0-1 0,-1 0 0,0-1 0,0 0 0,-11 7 0,-11 4 0,-2-2 0,1-1 0,-41 13 0,-104 21 0,111-32 0,-26 5 0,-1-4 0,-135 7 0,-187-17 0,134-5 0,-26 28 0,107-7 0,-353 6 0,149-30 0,393 0 0,-1 0 0,0-1 0,1 0 0,-1-1 0,1 0 0,0 0 0,0-1 0,0 0 0,1-1 0,-1-1 0,1 1 0,0-1 0,1-1 0,0 1 0,0-1 0,0-1 0,0 0 0,-8-12 0,6 7 0,0-1 0,1 0 0,0-1 0,1 0 0,1 0 0,0-1 0,1 0 0,1 0 0,1 0 0,0-1 0,-2-17 0,-6-71 0,4 42 0,0-72 0,9-300 0,-1 420 0,2 0 0,0 0 0,1-1 0,0 1 0,1 1 0,8-20 0,42-81 0,-54 113 0,5-6 0,1 1 0,-1-1 0,1 1 0,1 0 0,-1 0 0,1 1 0,0 0 0,9-6 0,-6 4 0,-1 0 0,1 0 0,14-18 0,-19 20 0,1 1 0,-1 0 0,1 0 0,0 0 0,1 0 0,-1 1 0,1 0 0,0 1 0,14-6 0,-12 5 0,0 0 0,0-1 0,-1 1 0,0-1 0,13-11 0,12-15-1365,-18 16-5461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3:21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112 388 24575,'0'63'0,"2"13"0,-5 0 0,-13 93 0,16-169 0,-2 16 0,-1 1 0,-1-1 0,0-1 0,-1 1 0,0-1 0,-1 1 0,-9 14 0,15-30 0,-1 1 0,1-1 0,0 1 0,0-1 0,0 0 0,-1 1 0,1-1 0,0 1 0,-1-1 0,1 0 0,0 1 0,-1-1 0,1 0 0,0 1 0,-1-1 0,1 0 0,-1 0 0,1 1 0,0-1 0,-1 0 0,1 0 0,-1 0 0,1 1 0,-1-1 0,1 0 0,-1 0 0,1 0 0,-1 0 0,1 0 0,-1 0 0,1 0 0,-1 0 0,1 0 0,-1 0 0,1 0 0,0-1 0,-1 1 0,1 0 0,-1 0 0,1 0 0,-1-1 0,1 1 0,0 0 0,-1 0 0,1-1 0,-1 1 0,1 0 0,0-1 0,-1 1 0,1-1 0,0 1 0,0 0 0,-1-1 0,1 1 0,0-1 0,0 1 0,0 0 0,-1-1 0,1 1 0,0-1 0,0 1 0,0-1 0,0 1 0,0-1 0,0 0 0,-11-36 0,11 35 0,-9-64 0,2 0 0,5-128 0,3 124 0,-1 43 0,2 0 0,1 0 0,1 0 0,1 0 0,14-40 0,-7 32 0,-8 19 0,1 0 0,1 1 0,9-18 0,-11 27 0,0 1 0,0-1 0,0 1 0,0 0 0,1 0 0,0 1 0,0-1 0,0 1 0,1 0 0,-1 0 0,9-4 0,24-9 0,1 1 0,0 2 0,1 2 0,82-15 0,-108 25 0,-1-1 0,0 1 0,0 1 0,0 0 0,0 0 0,14 3 0,-25-2 0,1 0 0,-1 1 0,1-1 0,0 1 0,-1 0 0,0 0 0,1 0 0,-1 0 0,0 0 0,1 0 0,-1 1 0,0-1 0,0 1 0,0-1 0,0 1 0,0 0 0,0 0 0,-1 0 0,1 0 0,-1 0 0,1 0 0,-1 1 0,0-1 0,0 0 0,0 1 0,0-1 0,0 1 0,0-1 0,-1 1 0,1-1 0,-1 4 0,1 6 0,-1-1 0,-1 0 0,0 0 0,0 0 0,-1 0 0,0 0 0,-1 0 0,-1 0 0,0-1 0,0 0 0,0 1 0,-2-1 0,1-1 0,-1 1 0,-1-1 0,-11 13 0,-4 3 0,-2-1 0,0-1 0,-2-2 0,-36 25 0,60-45 0,-1 1 0,1 0 0,-1 0 0,1 0 0,0 0 0,-1 0 0,1 0 0,0 0 0,0 1 0,1-1 0,-1 1 0,-1 2 0,3-4 0,-1 0 0,1 0 0,0-1 0,0 1 0,0 0 0,0-1 0,0 1 0,0 0 0,1 0 0,-1-1 0,0 1 0,0 0 0,0-1 0,1 1 0,-1 0 0,0-1 0,1 1 0,-1 0 0,0-1 0,2 2 0,20 14 0,75 23 0,-74-32 0,-1 2 0,0 0 0,0 1 0,-1 1 0,0 1 0,26 21 0,-22-10 63,25 31 0,-2-2-1554,-30-35-5335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3:22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24575,'0'9'0,"0"8"0,0 5 0,0 5 0,0 1 0,0 1 0,0-5-8191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3:23.9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3:25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24575,'0'5'0,"1"-1"0,0 0 0,0 1 0,0-1 0,0 0 0,3 5 0,4 16 0,0 40 0,-2 0 0,-7 130 0,-1-75 0,2-25-1365,0-70-5461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3:39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 1 24575,'-1'35'0,"-7"36"0,0 6 0,-51 425 0,34-318 0,19-120 0,5 99 0,-1 28 0,-2-165-1365,-2-3-5461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3:42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1149 138 24575,'146'0'-13,"1046"-23"-135,-313-6-799,1 25 1574,-648 4-146,-222 0-481,1 0 0,0 1 0,-1 0 0,1 1 0,-1 0 0,11 4 0,-17-5 0,-1 0 0,0 0 0,0 1 0,0 0 0,0-1 0,0 1 0,-1 0 0,1 0 0,0 1 0,-1-1 0,0 1 0,1-1 0,-1 1 0,0 0 0,0 0 0,-1-1 0,1 1 0,-1 1 0,1-1 0,-1 0 0,0 0 0,1 6 0,0 4 0,-1 1 0,0 0 0,-1 0 0,0-1 0,-1 1 0,-1 0 0,-5 20 0,-33 100 0,18-66 0,-17 60 0,-80 283 0,30 6 0,81-341 0,-7 37 0,12-101 0,0 1 0,-1-1 0,0 0 0,-1 0 0,0-1 0,-13 20 0,15-27 0,0-1 0,0 1 0,0-1 0,-1 0 0,0 0 0,1 0 0,-1 0 0,0-1 0,-1 0 0,1 1 0,0-1 0,-1-1 0,1 1 0,-1-1 0,1 0 0,-9 1 0,-7 1 0,-1-2 0,-32-1 0,28 0 0,-52-2 0,1-3 0,-119-24 0,-273-36 0,297 46 0,-989-59-1422,-7 76 1852,538 6 562,622-4-992,1 0 0,-1 0 0,1-1 0,-1 0 0,1 0 0,-1 0 0,1-1 0,-7-3 0,11 4 0,0 0 0,-1-1 0,1 1 0,0-1 0,0 1 0,0-1 0,1 0 0,-1 0 0,0 0 0,1 0 0,-1 0 0,1 0 0,0-1 0,-1 1 0,1 0 0,0-1 0,0 1 0,1-1 0,-1 1 0,0-1 0,1 1 0,0-1 0,-1-4 0,1-7 0,1 0 0,-1 0 0,2 0 0,0 0 0,1 1 0,0-1 0,10-24 0,49-93 0,-31 70 0,285-557 0,-150 366 0,-137 214 0,-6 10 0,20-31 0,-31 41 0,1 1 0,19-20 0,5-5 0,-33 37 0,-1 0 0,1 1 0,1 0 0,-1-1 0,1 1 0,-1 1 0,1-1 0,0 1 0,0 0 0,1 0 0,-1 0 0,0 1 0,1 0 0,0 0 0,0 0 0,-1 1 0,1 0 0,0 0 0,0 0 0,0 1 0,8 0 0,170-2 0,91-4 0,329-10 0,-557 21-1365,-29 1-5461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3:52.9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272 2 24575,'9'0'0,"15"-1"0,1 1 0,-1 2 0,0 0 0,48 12 0,-67-13 0,0 1 0,1 0 0,-1 0 0,0 1 0,0-1 0,0 1 0,0 0 0,-1 1 0,1-1 0,-1 1 0,0 0 0,0 0 0,0 0 0,-1 0 0,1 1 0,-1-1 0,0 1 0,0 0 0,-1 0 0,1 0 0,-1 1 0,0-1 0,-1 0 0,1 1 0,-1-1 0,0 1 0,0 8 0,0 4 0,0 0 0,-2 0 0,0 0 0,-1 0 0,-1 0 0,-1 0 0,0 0 0,-1-1 0,-1 1 0,-11 20 0,5-15 0,-1-2 0,0 0 0,-2 0 0,0-1 0,-2-1 0,-35 33 0,-195 151 0,133-108 0,113-95 0,1 0 0,-1 0 0,1 0 0,0 1 0,-1-1 0,1 0 0,0 0 0,-1 1 0,1-1 0,-1 0 0,1 0 0,0 1 0,0-1 0,-1 0 0,1 1 0,0-1 0,0 1 0,-1-1 0,1 0 0,0 1 0,0-1 0,0 1 0,0-1 0,0 0 0,-1 1 0,1-1 0,0 1 0,12 1 0,32-8 0,-30 3 0,464-40 0,-210 23 0,-146 14-1365,-101 7-5461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3:54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24575,'93'-1'0,"106"3"0,-179 0 0,0 1 0,0 1 0,-1 1 0,0 1 0,0 1 0,32 16 0,105 68 0,-109-61 0,-34-20 0,0 0 0,0 1 0,-1 1 0,-1 0 0,0 0 0,-1 1 0,0 0 0,0 1 0,-2 0 0,0 1 0,0 0 0,-2 0 0,10 30 0,-8 9-1365,-6-31-5461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3:56.9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 1 24575,'4'0'0,"13"-1"0,0 2 0,0 0 0,0 0 0,26 7 0,-39-7 0,0 1 0,0-1 0,0 1 0,0 0 0,0 0 0,0 0 0,0 0 0,-1 1 0,1 0 0,-1 0 0,0-1 0,1 2 0,-1-1 0,-1 0 0,1 1 0,0-1 0,-1 1 0,0 0 0,0 0 0,0 0 0,0 0 0,-1 0 0,2 5 0,0 6 0,0 1 0,-2-1 0,1 1 0,-2 0 0,0 0 0,-4 30 0,-1-18 0,-1 0 0,-19 52 0,4-32 0,-44 74 0,40-78 0,11-19 0,-7 13 0,-1 0 0,-2-2 0,-31 38 0,45-65-1365,3-4-5461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2:59.1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0 24575,'93'1'0,"154"20"0,-207-14 0,0 1 0,0 2 0,-1 2 0,0 2 0,-1 1 0,47 27 0,-77-38 0,-1 1 0,1 0 0,-1 1 0,0-1 0,-1 1 0,1 1 0,-1-1 0,0 1 0,-1 0 0,0 1 0,0-1 0,-1 1 0,1 0 0,-2 0 0,1 1 0,-1-1 0,0 1 0,-1-1 0,0 1 0,-1 0 0,1 0 0,-2 0 0,1 0 0,-1 0 0,-1 0 0,-1 9 0,-2 8 0,-1 0 0,-1 0 0,-2-1 0,0 0 0,-2 0 0,-1-1 0,-22 37 0,6-16 0,-3-1 0,-2-2 0,-1-1 0,-70 65 0,48-58 0,-1-3 0,-123 75 0,130-88 0,36-23 0,-1 1 0,0-2 0,-1 0 0,1-1 0,-25 9 0,38-16 0,1 1 0,0-1 0,0 0 0,-1 0 0,1 0 0,0 1 0,-1-1 0,1 0 0,0 0 0,-1 0 0,1 0 0,0 0 0,-1 1 0,1-1 0,-1 0 0,1 0 0,0 0 0,-1 0 0,1 0 0,0 0 0,-1 0 0,1 0 0,0-1 0,-1 1 0,1 0 0,-1 0 0,1 0 0,0 0 0,-1 0 0,1-1 0,0 1 0,0 0 0,-1 0 0,1 0 0,0-1 0,-1 1 0,1 0 0,0-1 0,0 1 0,-1 0 0,1-1 0,0 0 0,1 0 0,-1 0 0,1 1 0,0-1 0,-1 0 0,1 0 0,0 0 0,-1 1 0,1-1 0,0 0 0,0 1 0,-1-1 0,1 1 0,0-1 0,0 1 0,1-1 0,16-5 0,0 0 0,0 1 0,0 1 0,1 1 0,-1 1 0,36 0 0,-5-2 0,861-19-1158,-885 23 951,-4 0-6619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3:01.0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462 79 24575,'-19'0'0,"-1"1"0,1 1 0,-1 0 0,1 2 0,-35 10 0,41-9 0,0 1 0,0 0 0,1 0 0,0 1 0,1 1 0,-1 0 0,2 0 0,-1 1 0,-10 12 0,0 4 0,2 0 0,0 2 0,2 0 0,1 1 0,1 0 0,2 1 0,0 1 0,2 0 0,2 0 0,0 1 0,2 1 0,2-1 0,1 1 0,-1 58 0,6-78 0,0 0 0,0-1 0,1 1 0,1-1 0,0 0 0,0 1 0,1-1 0,0 0 0,1-1 0,1 1 0,-1-1 0,2 0 0,8 10 0,10 10 0,2-1 0,48 40 0,-21-19 0,-46-43 0,1 0 0,-1 0 0,1-1 0,0 0 0,0 0 0,1-1 0,0-1 0,0 0 0,0 0 0,0-1 0,0 0 0,1 0 0,14 0 0,-17-2 0,0-1 0,0 0 0,0 0 0,0-1 0,0 0 0,-1-1 0,1 1 0,0-1 0,-1-1 0,1 0 0,-1 0 0,0 0 0,0-1 0,0 0 0,0 0 0,-1-1 0,1 0 0,7-8 0,-3 0 0,-2-1 0,1 0 0,-2 0 0,0-1 0,-1 0 0,0 0 0,-1-1 0,-1 0 0,3-17 0,10-23 0,-12 37 0,-1-1 0,-1 1 0,0-1 0,0-29 0,-4-82 0,-2 63 0,1 55 0,0 1 0,-1-1 0,0 1 0,-1 0 0,0 0 0,-1 0 0,0 0 0,-1 1 0,0-1 0,-1 1 0,0 1 0,-10-13 0,-10-10 0,-1 1 0,-41-36 0,16 17 0,33 31 0,6 5 0,-1 2 0,0-1 0,-22-14 0,17 15-54,10 6-273,-1 0-1,0 1 0,-11-6 0,4 6-6498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6:57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2435 516 24575,'-6'-1'0,"1"0"0,0 0 0,0-1 0,0 1 0,0-1 0,0 0 0,0 0 0,0-1 0,1 1 0,-7-5 0,-5-3 0,-59-30 0,-107-41 0,155 70 0,-178-61 0,166 62 0,0 1 0,0 1 0,-60-3 0,3 10 0,0 4 0,0 4 0,0 4 0,-97 25 0,-64 38 0,234-67 0,-296 106 0,280-101 0,0 2 0,1 2 0,-36 20 0,55-25 0,1 1 0,0 1 0,1 1 0,0 0 0,1 1 0,1 0 0,-19 26 0,13-13 0,1 1 0,-30 60 0,42-72 0,2 0 0,0 0 0,0 0 0,2 1 0,0 0 0,2 0 0,-2 27 0,3 1 0,2 1 0,9 57 0,-7-85 0,1 1 0,1-1 0,1 0 0,0-1 0,1 1 0,1-1 0,1-1 0,12 18 0,5 1 0,2-2 0,1-1 0,2-2 0,1 0 0,38 26 0,186 119 0,-251-173 0,198 121-357,354 160 0,-501-260 357,0-3 0,2-2 0,0-3 0,1-2 0,105 11 0,389-28 714,-466-1-714,0-4 0,88-21 0,-134 19 0,0-1 0,-1-2 0,0-2 0,-1-1 0,-1-2 0,47-31 0,10-18 0,-2-5 0,98-101 0,-139 119 0,-3-3 0,-3-1 0,-2-3 0,-2-1 0,-4-2 0,-2-2 0,-3-1 0,-3-1 0,22-77 0,-42 110 0,-2 0 0,-1 0 0,-1-1 0,-2 1 0,-2-1 0,-3-56 0,0 69 0,-2 0 0,0 0 0,-2 0 0,0 0 0,-2 1 0,-1 0 0,0 1 0,-1-1 0,-2 2 0,0-1 0,-16-20 0,-11-8 0,-2 2 0,-2 2 0,-3 1 0,-1 3 0,-64-45 0,-123-84 0,219 159 40,-1 1 0,-32-17 0,42 24-154,-1 1 0,0-1-1,0 1 1,0 1 0,0-1 0,0 1-1,0 0 1,0 0 0,0 1 0,-1 0-1,1 0 1,-8 1 0,-5 4-6712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6:58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24575,'47'197'0,"-20"-93"0,118 571-2875,-31 15 3367,-44 173 1700,-48-447-2968,-12-274 724,55 714-33,29-4 94,69 186-400,-128-828 120,93 455-97,9 63-462,-4 465 1739,-122-659 357,-10-182-486,2-281-780,2 0 0,4 0 0,2-1 0,4 0 0,3-1 0,33 85 0,50 87 0,128 344 0,-219-555-682,7 42-1,-13-41-6143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09:57:23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10:58.5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24176,'2758'83'0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11:32.0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11662 1947 24139,'-5'76'0,"-8"0"0,-10 1 0,-8-2 0,-9 0 0,-10 0 0,-7-1 0,-10-1 0,-8-1 0,-8 0 0,-9-2 0,-8-2 0,-8 0 0,-8-2 0,-7-2 0,-8-1 0,-7-2 0,-7-2 0,-8-2 0,-5-2 0,-7-2 0,-6-2 0,-6-3 0,-6-2 0,-5-2 0,-5-3 0,-4-2 0,-5-3 0,-4-3 0,-4-2 0,-3-3 0,-3-3 0,-3-3 0,-3-3 0,-2-3 0,-1-2 0,-2-4 0,-1-2 0,0-4 0,-1-2 0,0-4 0,0-2 0,1-4 0,2-2 0,0-4 0,3-2 0,1-3 0,3-3 0,3-3 0,2-3 0,5-3 0,3-2 0,4-3 0,4-3 0,5-2 0,6-3 0,4-2 0,6-2 0,6-3 0,6-2 0,6-2 0,7-2 0,7-2 0,7-2 0,7-2 0,7-1 0,8-2 0,9-2 0,7 0 0,8-2 0,8-2 0,9 0 0,9-1 0,8-1 0,9-1 0,9 0 0,8 0 0,10-2 0,8 1 0,10 0 0,8-1 0,10 1 0,8 0 0,10 0 0,8 1 0,9 1 0,9 0 0,8 0 0,9 2 0,9 1 0,8 1 0,8 1 0,7 2 0,9 1 0,8 2 0,7 1 0,7 2 0,7 2 0,7 2 0,7 2 0,6 2 0,6 2 0,6 3 0,6 1 0,4 4 0,6 2 0,5 2 0,4 3 0,4 3 0,3 2 0,5 3 0,2 3 0,3 3 0,3 3 0,1 2 0,3 4 0,0 2 0,2 4 0,1 2 0,0 4 0,0 2 0,-1 4 0,0 2 0,-1 4 0,-2 2 0,-1 4 0,-2 2 0,-3 3 0,-3 3 0,-3 3 0,-3 3 0,-4 2 0,-4 3 0,-5 3 0,-4 2 0,-5 2 0,-5 4 0,-6 1 0,-6 3 0,-6 2 0,-7 2 0,-5 2 0,-8 2 0,-7 2 0,-7 2 0,-8 1 0,-7 2 0,-8 1 0,-8 2 0,-8 1 0,-9 1 0,-8 1 0,-8 2 0,-10 0 0,-7 0 0,-10 1 0,-9 1 0,-8 0 0,-10 0 0,-8 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11:48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4645 664 24575,'-146'-53'0,"-185"-40"0,268 77 0,-216-48-260,-3 12 0,-1 12 0,-531-4 0,303 65 451,354-3 164,-192 45 0,233-36-296,-581 160 21,649-169-80,1 2 0,1 2 0,1 3 0,-74 51 0,49-29 0,45-33 0,2 1 0,0 2 0,1 0 0,0 1 0,-36 41 0,43-40 0,9-13 0,1 1 0,0-1 0,0 0 0,1 1 0,-1 0 0,2 0 0,-1 1 0,1-1 0,0 1 0,0-1 0,-2 14 0,4-8 0,0-1 0,0 1 0,1 0 0,1 0 0,0 0 0,0 0 0,2-1 0,3 14 0,0-9 0,1 1 0,1-1 0,0 0 0,1-1 0,13 17 0,65 89 0,6-5 0,115 114 0,-70-97 0,186 139 0,-277-240 0,2-1 0,1-2 0,1-3 0,2-2 0,68 23 0,288 64 0,669 65-1920,19-79 2195,-646-63-494,-252-21-25,385-24 0,131-24 2596,-409 20-2352,423-73 0,-574 60 0,0-7 0,-2-7 0,173-71 0,-295 100 0,-1-2 0,-1-1 0,0-1 0,-2-1 0,1-2 0,26-24 0,25-30 0,131-156 0,-205 222 0,29-34 0,-2-1 0,-2-1 0,31-62 0,-41 62 0,-1-1 0,-2 0 0,-3-1 0,-1-1 0,8-57 0,-18 78 0,-1 0 0,-1-1 0,-1 1 0,-2-1 0,0 1 0,-1 0 0,-2 0 0,0 0 0,-2 1 0,-1 0 0,-16-35 0,-3 7 0,-3 1 0,-2 2 0,-2 1 0,-50-55 0,9 24 0,-117-98 0,121 123-129,-3 2-1,-1 4 1,-2 3 0,-3 4-1,-1 3 1,-163-53 0,59 40-84,-2 8 1,-212-22-1,89 31-966,-1 14-1,-314 20 0,389 14 452,1 12 0,2 9-1,-295 84 1,422-88 1427,-179 77-1,274-103-234,0 0-1,0 0 0,1 1 0,0 1 1,0-1-1,0 2 0,-12 11 0,13-7-5762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11:49.9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2246 24575,'0'3'0,"1"-1"0,0 1 0,0-1 0,0 0 0,1 1 0,-1-1 0,0 0 0,1 0 0,-1 0 0,1 0 0,0 0 0,0 0 0,0 0 0,0 0 0,0-1 0,3 2 0,4 5 0,389 312 0,21-24 0,-342-244 0,-69-46 0,12 8 0,1-1 0,24 12 0,-35-20 0,-1-2 0,1 1 0,0-2 0,1 1 0,-1-1 0,0-1 0,1 0 0,10 0 0,8-2 0,0-2 0,0 0 0,0-2 0,55-17 0,119-50 0,99-64-539,95-71-1618,883-574-2389,-456 213 4375,247-226-656,-920 678 714,251-204 7101,-391 309-13814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3:24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1458 575 24575,'1157'-151'-1304,"-724"138"2608,-404 13-1304,0 1 0,0 1 0,0 2 0,47 11 0,-73-14 0,0 1 0,0-1 0,0 0 0,-1 1 0,1-1 0,-1 1 0,1 0 0,-1 0 0,0 0 0,1 0 0,-1 0 0,0 0 0,0 1 0,-1-1 0,1 1 0,0-1 0,-1 1 0,0 0 0,1-1 0,-1 1 0,0 0 0,1 5 0,0 6 0,1 1 0,-2-1 0,0 25 0,2 9 0,123 1393-1710,-113-1032 1489,-17 1-1,-19-1 1,-17-1 0,-104 453 0,131-800-68,-21 96 1842,-17 196-1,55 387-1552,4-533 0,7 292-372,17 384-1290,39-7 615,-69-857 1047,9 68 0,21 89 0,1-83 0,-33-93 4,0 1-1,0-1 0,0 0 0,0 0 0,0 1 1,0-1-1,0 0 0,0 1 0,0-1 0,0 0 1,0 0-1,0 1 0,0-1 0,0 0 0,0 0 0,0 1 1,0-1-1,0 0 0,-1 0 0,1 0 0,0 1 1,0-1-1,0 0 0,-1 0 0,1 0 0,0 1 1,0-1-1,0 0 0,-1 0 0,1 0 0,0 0 0,0 0 1,-1 1-1,1-1 0,0 0 0,0 0 0,-1 0 1,1 0-1,0 0 0,0 0 0,-1 0 0,1 0 1,0 0-1,0 0 0,-1 0 0,1 0 0,0 0 0,0 0 1,-1 0-1,1 0 0,0-1 0,0 1 0,-1 0 1,1 0-1,-1 0 0,-20-3 304,-1 0 0,-26-7 1,-2-1-3,-439-82 1303,-297-61-4462,-388-104 425,885 196 1966,-86-22 2201,370 83-1510,1 0 1,0 0 0,-1-1 0,1 1 0,0-1 0,0 0-1,0-1 1,0 1 0,0-1 0,1 0 0,-6-5 0,6 6-146,1-1 0,1 0 0,-1 0 0,0-1 0,1 1 0,-1 0 0,1 0 0,0-1 1,0 1-1,1-1 0,-1 1 0,1-1 0,-1 1 0,1-1 0,0-4 0,2-20-83,1 0 0,2 0 0,14-52 0,7-27 0,16-111 0,25-150-889,23-145-2667,372-2332 2364,-413 2493-23,2-370 472,-57 412 4624,4 279-3417,1 1 0,2-1 1,1 0-1,1 0 0,2 1 1,1 0-1,15-44 0,33-98-464,-6 17 0,435-1009-1393,-438 1082 1468,75-104 1,-107 167 5,17-28 500,47-98-1,-68 116-580,-7 22 0,-1 1 0,2 0 0,-1 0 0,0 0 0,6-8 0,-7 12 0,-1 1 0,1 0 0,0 0 0,1-1 0,-1 1 0,0 0 0,0 0 0,0 0 0,1 0 0,-1 1 0,0-1 0,1 0 0,-1 1 0,1-1 0,-1 0 0,1 1 0,-1 0 0,1-1 0,-1 1 0,1 0 0,0 0 0,-1 0 0,1 0 0,-1 0 0,1 0 0,-1 0 0,3 1 0,3 1 0,1 0 0,-1 1 0,0 0 0,0 0 0,0 0 0,0 1 0,10 8 0,45 40 0,-29-23 0,72 53 0,-50-40 0,88 84 0,-122-95-1365,-15-15-5461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3:27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2072 24575,'1'-35'0,"0"0"0,3 0 0,1 0 0,1 0 0,21-61 0,32-71-129,7 3-1,171-300 0,-113 265-64,261-321-1,-335 464 463,-24 29-13,22-33 0,-13 17-238,-25 32-294,0-1 1,-1 0 0,0-1-1,9-18 1,-9 10-6550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3:28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24575,'73'57'0,"75"107"0,-108-116 0,-11-6 0,-25-34 0,1-1 0,0 1 0,0-1 0,0 0 0,1-1 0,0 1 0,9 6 0,11 12-1365,-17-11-5461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3:29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1120 1 24575,'-97'50'0,"2"3"0,3 5 0,-102 84 0,-25 27 0,-78 66 0,189-133-1365,90-87-5461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3:31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24575,'6'5'0,"-1"-1"0,1 1 0,-1 0 0,1 1 0,-2-1 0,1 1 0,0 0 0,-1 0 0,0 1 0,-1-1 0,4 8 0,3 4 0,57 93 0,66 122 0,-64-74 0,-57-120-1365,-8-20-5461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3:40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 24575,'735'-22'-1863,"-334"5"714,1299 0 2398,-1441 17-851,-222 0-7224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5:12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6:02.0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2981 22057,'2980'-2980'0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6:07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3216 24575,'158'115'0,"-156"-114"0,0 1 0,0-1 0,0 0 0,0 0 0,0 0 0,1 0 0,-1 0 0,0-1 0,1 1 0,-1-1 0,1 0 0,-1 1 0,0-1 0,1 0 0,-1 0 0,1-1 0,-1 1 0,1 0 0,-1-1 0,0 0 0,1 1 0,-1-1 0,0 0 0,0 0 0,4-2 0,3-4 0,0 0 0,0 0 0,0-1 0,11-12 0,-2 2 0,129-137-194,146-196 1,105-196-1211,-342 467 1181,131-201 217,-92 135 111,-83 127 158,-9 13 13,0 1-1,0-1 0,1 1 1,0 0-1,9-9 0,-12 13-275,-1 1 0,1 0 0,0-1 0,0 1 0,-1 0 0,1 0 0,0-1 0,0 1 0,0 0 0,-1 0 0,1 0 0,0 0 0,0 0 0,0 1 0,0-1 0,-1 0 0,1 0 0,0 0 0,0 1 0,-1-1 0,1 0 0,0 1 0,0-1 0,-1 0 0,1 1 0,0-1 0,0 2 0,20 19 0,-16-16 0,35 42 0,-2 2 0,52 91 0,-57-87 0,320 580-758,-35 22-31,-310-637 788,38 72 1282,-46-89-1268,0 0 0,1 0-1,-1 0 1,1-1 0,-1 1 0,1 0 0,-1 0 0,1 0-1,-1-1 1,1 1 0,0 0 0,-1-1 0,1 1-1,0-1 1,-1 1 0,1 0 0,0-1 0,0 0 0,0 1-1,0-1 1,0 1 0,1-1-14,0-1 0,0 1 0,-1-1 0,1 0 0,-1 1 0,1-1 0,0 0 0,-1 0 0,1 0-1,-1 0 1,0 0 0,1-1 0,1-1 0,156-127 1,-112 94 0,269-194 0,147-86-721,461-288-2859,176-117 3492,-883 569-212,-182 130 300,-35 22 0,0 0 0,1 0 0,-1 0 0,0 0 0,0 0 0,1 0 0,-1 0 0,0-1 0,1 1 0,-1 0 0,0 0 0,1 0 0,-1 0 0,0 1 0,1-1 0,-1 0 0,0 0 0,0 0 0,1 0 0,-1 0 0,0 0 0,1 0 0,-1 1 0,0-1 0,0 0 0,1 0 0,-1 0 0,0 0 0,0 1 0,0-1 0,1 0 0,-1 0 0,0 1 0,0-1 0,0 0 0,0 0 0,1 1 0,-1-1 0,0 0 0,0 1 0,0-1 0,0 0 0,0 1 0,0-1 0,0 0 0,0 0 0,0 1 0,0-1 0,0 0 0,0 1 0,5 28 2,0-2 350,11 35-1,13 18 789,4 0 0,49 86-1,-53-110-1031,358 692-1799,169 333-1177,-533-1034 2868,-5-10 0,1 0 0,34 46 0,-52-80-10,1-1 1,-1 0-1,1 0 1,0 0-1,-1 0 0,1 0 1,0 0-1,0-1 0,1 1 1,-1-1-1,0 1 1,4 1-1,-5-3 34,1 0 0,-1-1 0,1 1 0,-1 0 0,1-1 0,-1 1 0,1-1 0,-1 1 0,0-1 0,1 0 1,-1 1-1,0-1 0,1 0 0,-1 0 0,0 0 0,0 0 0,0 0 0,0 0 0,0 0 0,0-1 0,0 1 0,0 0 0,-1 0 0,1-1 0,1-1 0,27-46 1084,40-90-1,-29 51-819,108-217-417,58-96-388,829-1418-5009,-844 1512 4345,-46 81 885,20-34 296,-107 167 1421,-58 92-1368,0 1 0,0 0 0,0 0 0,0-1 0,0 1 0,0 0 0,0-1 0,0 1 0,1 0 0,-1 0 0,0-1 0,0 1 0,0 0 1,1-1-1,-1 1 0,0 0 0,0 0 0,1 0 0,-1-1 0,0 1 0,0 0 0,1 0 0,-1 0 0,0 0 0,1 0 0,-1 0 0,0-1 0,1 1 0,-1 0 0,0 0 1,0 0-1,1 0 0,-1 0 0,0 0 0,1 0 0,-1 0 0,0 0 0,1 0 0,-1 1 0,0-1 0,1 0 0,-1 0 0,0 0 0,1 0 0,-1 0 0,0 0 1,0 1-1,1-1 0,-1 0 0,0 0 0,0 1 0,1-1 0,-1 0 0,0 0 0,0 1 0,0-1 0,0 0 0,1 0 0,-1 1 0,0-1 0,0 0 0,0 1 0,0-1 1,0 0-1,0 1 0,0-1 0,7 32 2299,-5-20-2421,21 90 1376,73 197 0,75 85-1518,-135-309 211,4-2 0,4-2 0,2-2 0,65 75 0,-106-137 0,0-1 0,1 0 0,0 0 0,0-1 0,0 0 0,1 0 0,0 0 0,-1-1 0,2 0 0,-1-1 0,0 1 0,1-1 0,0-1 0,-1 1 0,1-1 0,0-1 0,0 1 0,0-1 0,11 0 0,214 33 0,-228-33 0,245 45-293,87 19-881,1375 160-1806,-1678-223 2980,30 3 0,107-5 0,-165 0 36,0 0 1,0-1 0,0 0-1,0 0 1,-1-1-1,1 0 1,0 0 0,-1 0-1,1 0 1,-1-1 0,7-4-1,-8 3 23,-1 1-1,1-1 0,-1 0 1,0 0-1,0 0 0,-1 0 1,1-1-1,-1 1 0,0 0 1,0-1-1,0 0 1,-1 0-1,2-6 0,45-271 571,-27 138 1442,-6 41-1662,21-106-309,-26 164-106,2 1 0,26-66 0,31-30 6,-68 138 0,-1 1 0,1-1 0,0 0 0,-1 0 0,1 0 0,0 1 0,0-1 0,0 1 0,0-1 0,0 1 0,0-1 0,1 1 0,-1-1 0,1 1 0,-1 0 0,0 0 0,1 0 0,0 0 0,-1 0 0,1 0 0,0 0 0,-1 0 0,1 1 0,2-1 0,-1 1 0,0 1 0,-1 0 0,1 1 0,-1-1 0,1 0 0,0 1 0,-1-1 0,0 1 0,1 0 0,-1 0 0,0 0 0,0 0 0,0 0 0,0 0 0,-1 0 0,1 1 0,1 2 0,351 531-242,-278-414-70,112 188-271,140 216-386,-287-469 1226,52 57 0,-92-112-174,1 0 0,0 0 0,0 0 1,0-1-1,0 1 0,1-1 0,-1 1 0,0-1 1,0 0-1,1 0 0,-1 0 0,1 0 0,-1 0 1,1-1-1,0 1 0,-1-1 0,4 1 0,0-2-57,-1 1 1,0 0-1,1-1 0,-1 0 0,0-1 0,0 1 0,0-1 0,6-2 0,4-4-54,0 0 0,-1-1 0,0-1 0,20-17 0,76-75 28,138-167 0,-226 242 0,130-141 0,-150 166 0,0 0 0,0 0 0,1 0 0,-1 0 0,1 0 0,-1 1 0,1-1 0,-1 1 0,1 0 0,0 0 0,0 0 0,-1 0 0,1 0 0,0 0 0,0 1 0,0-1 0,0 1 0,0 0 0,0 0 0,0 0 0,0 1 0,0-1 0,0 1 0,0-1 0,0 1 0,-1 0 0,1 0 0,0 0 0,0 0 0,-1 1 0,1-1 0,2 3 0,6 5 0,0 0 0,-1 1 0,0 0 0,0 1 0,11 16 0,-18-23 0,94 129 0,-46-60 0,3-3 0,74 75 0,-123-140 0,1 1 0,-1-1 0,1-1 0,0 1 0,1-1 0,-1 0 0,1-1 0,-1 0 0,1 0 0,0 0 0,11 3 0,-12-6 0,0 1 0,0-1 0,0 0 0,0 0 0,0-1 0,-1 0 0,1 0 0,0 0 0,0-1 0,-1 1 0,1-2 0,-1 1 0,0 0 0,1-1 0,5-4 0,6-5 0,0 0 0,0-2 0,-1 0 0,-1 0 0,15-19 0,63-90 0,-76 99 0,289-442 0,-18 24 0,-268 409 0,-14 23 0,0 0 0,0 0 0,12-13 0,-16 21 0,1 0 0,-1 0 0,0 0 0,1 0 0,0 0 0,-1 1 0,1-1 0,0 1 0,0-1 0,-1 1 0,1 0 0,0 0 0,0 1 0,1-1 0,-1 0 0,0 1 0,4 0 0,8 0 0,-1 1 0,1 1 0,0 1 0,-1 0 0,1 0 0,-1 2 0,0 0 0,16 8 0,8 7 0,53 38 0,10 6 0,55 14 0,224 79 0,-61-29 0,-303-121 0,0 0 0,0 1 0,-1 1 0,0 1 0,-1 0 0,0 0 0,0 2 0,21 23 0,-31-31 0,-1 0 0,1 0 0,0-1 0,-1 0 0,2 1 0,-1-2 0,0 1 0,1 0 0,-1-1 0,1 0 0,0 0 0,-1 0 0,10 2 0,-10-4 0,-1 1 0,1-1 0,-1-1 0,1 1 0,-1 0 0,1-1 0,-1 0 0,1 1 0,-1-1 0,0-1 0,1 1 0,-1 0 0,0-1 0,0 0 0,0 1 0,0-1 0,0-1 0,-1 1 0,1 0 0,4-5 0,96-104 0,61-62 0,-128 140 0,18-17 0,37-42-1365,-74 77-5461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6:14.1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24575,'4'34'0,"13"51"0,-6-36 0,64 288-265,88 423-1526,-163-760 1791,56 364 332,-53-326-227,-2 1 1,-2-1 0,-1 0-1,-2 0 1,-2 0 0,-1-1-1,-19 56 1,-39 115 782,30-91-897,-30 121-1356,60-220-5461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6:30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590 690 24575,'68'264'0,"103"543"-4142,-118-457 4916,-46-298-399,0 93-1,-7-139-370,0 1 0,-1-1 0,0 1 0,0-1 0,0 0 0,-1 0 0,-3 9 0,4-14 47,0 0 0,1 1 0,-1-1 0,0 0 0,0 0 0,0 1 0,0-1 0,0 0 0,0 0 0,-1 0 0,1-1 0,0 1 0,0 0 0,-1 0 0,1-1 0,0 1 0,-1 0 0,1-1 0,-1 0 0,1 1 0,-1-1 0,1 0 0,-1 0 0,1 1 1,-1-1-1,1 0 0,-1-1 0,1 1 0,-1 0 0,1 0 0,-1-1 0,1 1 0,-1-1 0,-1 0 0,-4-2 13,1 0 0,-1 0 1,1 0-1,0-1 0,0 0 0,1 0 1,-1-1-1,1 1 0,0-1 0,0 0 1,-5-8-1,-8-10-54,-21-40-1,22 35 2,-71-128-170,-73-179-1,-43-179-820,83 175 980,27 0 0,88 315 0,1 0 0,1 0 0,1 0 0,1 0 0,1-1 0,1 1 0,4-26 0,-4 47 48,1 0-1,0 0 0,1 0 0,-1 0 0,1 0 0,-1 0 0,1 0 0,0 1 0,0-1 0,0 1 0,0-1 0,0 1 0,1 0 0,-1-1 0,1 1 0,0 0 0,-1 1 0,1-1 1,0 0-1,0 1 0,0 0 0,5-2 0,38-16 4,1 2 1,1 1 0,63-10-1,-97 23-41,540-96-2041,13 42 1079,-500 52 807,137-8-325,-156 12 393,0 3 1,56 9-1,-96-10 155,0 0-1,0 1 0,0 0 1,-1 0-1,1 1 0,0 0 1,-1 0-1,0 1 0,8 5 1,-12-7-3,0 1 1,0 0 0,-1 0-1,1 0 1,0 0 0,-1 1-1,0-1 1,0 1-1,0 0 1,0-1 0,-1 1-1,1 0 1,-1 0-1,0 0 1,0 0 0,0 0-1,-1 0 1,1 7-1,-1-4 42,9 108 634,-11 179-1,-26-24-1346,-13-3-1,-11-1 1,-172 507 0,218-754 563,-71 182-206,60-161 230,-3-1 0,-42 64-1,57-96 180,0-1 0,-1 1 0,1-1 0,-1 0 0,0 0 0,-1-1 0,1 0 0,-1 0 0,-12 6 0,6-5 27,-1-1 0,0 0 0,-1-1 0,-17 3 0,22-4-188,0 0 1,0 0-1,0 1 0,-13 8 0,18-8-109,-1-1-1,1 0 0,-1 0 0,0-1 0,0 0 0,0 0 1,0 0-1,-1 0 0,1-1 0,0 0 0,-1-1 1,1 1-1,-12-2 0,1-4-6725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6:31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1 201 24575,'72'-12'0,"102"-14"0,118-12-894,442-43-3650,9 38 4615,-437 45 635,-222 4-353,127 25 1,-196-29-246,1 2 1,-1 0-1,0 0 0,0 1 1,0 1-1,24 14 1,-37-19-64,0 0 0,0 1 0,0-1 1,0 1-1,-1 0 0,1 0 0,0-1 1,-1 1-1,0 0 0,1 0 0,-1 0 1,0 1-1,0-1 0,0 0 0,0 0 1,-1 0-1,1 1 0,-1-1 0,1 0 1,-1 1-1,0-1 0,0 1 0,0-1 1,0 0-1,0 1 0,0-1 0,-1 1 1,1-1-1,-1 0 0,0 0 0,1 1 1,-1-1-1,0 0 0,-3 4 0,-3 7 272,-1-1-1,0 0 0,-1-1 1,-17 17-1,-207 192-267,-19-14-253,232-190 156,-802 605-1117,748-575 1157,50-32 302,0 1-1,0 1 0,-26 25 0,-2-6-60,52-35-233,0 1 0,0-1 0,0 0 0,0 0 0,0 0 0,-1 0 0,1 1 0,0-1 0,0 0 0,0 0 0,0 0 0,0 0 0,0 1 0,0-1 0,0 0 0,0 0 0,0 0 0,0 1 0,0-1 0,0 0 0,0 0 0,0 0 0,0 1 0,0-1 0,0 0 0,0 0 0,0 0 0,0 1 0,1-1 0,-1 0 0,0 0 0,0 0 0,0 0 0,0 1 0,0-1 0,0 0 0,1 0 0,-1 0 0,0 0 0,0 0 0,0 0 0,0 0 0,1 1 0,-1-1 0,0 0 0,0 0 0,0 0 0,1 0 0,-1 0 0,0 0 0,0 0 0,0 0 0,1 0 0,-1 0 0,0 0 0,0 0 0,0 0 0,1 0 0,-1 0 0,0 0 0,0 0 0,53 5 0,282-7 0,-240-2 0,367-12-753,476-27-2915,515-20 1508,-1389 61 1902,196 0-96,-202 7-644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6:33.3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878 0 24575,'-18'1'0,"-1"0"0,0 1 0,0 1 0,1 1 0,0 0 0,0 2 0,0 0 0,0 1 0,-19 10 0,12-3 0,2 1 0,-1 1 0,2 1 0,1 1 0,-30 32 0,5 4 0,3 1 0,3 3 0,2 1 0,-33 68 0,-74 177 0,119-240 0,3 2 0,-25 125 0,48-191 0,-25 161 0,22-131 0,2 1 0,0-1 0,6 38 0,-5-62 0,1 0 0,1 0 0,-1 0 0,1 0 0,0 0 0,1 0 0,-1-1 0,1 1 0,0-1 0,1 0 0,-1 0 0,1 0 0,0 0 0,7 6 0,-3-4 0,0-1 0,1 0 0,0-1 0,-1 1 0,2-2 0,-1 1 0,1-2 0,10 4 0,11 1 0,1-2 0,-1-1 0,1-2 0,50-1 0,-79-2 0,27 1 0,0-2 0,0-1 0,46-8 0,-67 7 0,0 1 0,0-1 0,-1-1 0,1 1 0,0-2 0,-1 1 0,0-1 0,0 0 0,-1-1 0,0 1 0,1-2 0,-2 1 0,1-1 0,-1 0 0,9-12 0,-10 11 0,0 0 0,-1 0 0,0 0 0,0-1 0,0 0 0,-1 1 0,-1-1 0,0 0 0,0 0 0,0-1 0,-1 1 0,0 0 0,-1-1 0,0 1 0,-1 0 0,-2-14 0,-1 9 0,0 0 0,0 1 0,-1 0 0,-1 0 0,-1 0 0,1 0 0,-2 1 0,0 0 0,-19-21 0,8 14-124,-1 0 0,-1 1 0,0 1 0,-2 2 0,0 0 0,0 1-1,-2 1 1,1 1 0,-2 2 0,-28-9 0,33 12-6702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6:22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0 114 24575,'303'-23'0,"-154"6"0,591-39-1758,8 39 1682,-746 17 97,47 1 104,60 8-1,-96-7 9,0 0-1,-1 1 0,0 1 0,1 0 0,-1 0 1,0 1-1,-1 1 0,0 0 0,22 15 1,-30-18-120,0 0 0,-1 1 0,1-1 0,-1 1 0,1-1 0,-1 1 1,0 0-1,-1 0 0,1 0 0,0 0 0,-1 0 0,0 0 0,0 0 1,-1 0-1,1 1 0,-1-1 0,0 0 0,0 1 0,-1 6 0,1-3-15,-1 0 0,-1 0 0,0 0 0,0 0 0,0 0 0,-1 0 0,0 0-1,-1-1 1,-7 13 0,-5 0 2,-1-1 0,0 0 0,-1-1 0,-2-1 0,-29 21 0,-116 67 0,164-104 0,-421 220 0,-18-33 0,387-166 0,-2-2 0,-1-2 0,-96 18 0,117-34 0,-39-2 0,41 0 0,1070 0-524,-1012 0 453,564 20-39,-449-14 100,-138-6-17,3 0-108,1 0-1,0 0 1,0 1-1,0 0 1,0 0 0,-1 0-1,1 1 1,10 4-1,-6 0-6094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6:24.7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1286 478 24575,'-5'-7'0,"0"1"0,0 0 0,0 0 0,-1 0 0,0 1 0,0-1 0,0 1 0,0 1 0,-15-8 0,-3-4 0,-346-207 0,297 187 0,-3 2 0,-1 4 0,-102-25 0,149 48 0,0 2 0,0 1 0,0 1 0,-1 2 0,1 1 0,0 1 0,-43 8 0,66-8 0,0 1 0,0 0 0,1 1 0,-1-1 0,1 1 0,0 1 0,-1-1 0,1 1 0,1 0 0,-1 0 0,0 1 0,1 0 0,0 0 0,0 0 0,1 0 0,0 1 0,-1 0 0,-3 8 0,5-8 0,0 0 0,0-1 0,1 1 0,0 0 0,0 0 0,1 0 0,0 1 0,0-1 0,0 0 0,1 0 0,-1 1 0,2-1 0,-1 0 0,1 1 0,0-1 0,0 0 0,0 0 0,1 0 0,0 0 0,5 9 0,-1-4 0,2 0 0,-1-1 0,1 0 0,1-1 0,0 0 0,0 0 0,1-1 0,0 0 0,0-1 0,1 0 0,21 10 0,0-2 0,1-1 0,68 18 0,-72-26 0,0 0 0,0-2 0,0-2 0,0 0 0,0-2 0,37-4 0,-62 4 0,-1-1 0,1 1 0,0-1 0,-1 1 0,1-1 0,-1 0 0,1-1 0,-1 1 0,0-1 0,1 1 0,-1-1 0,0 0 0,0 0 0,0 0 0,0-1 0,0 1 0,-1-1 0,1 0 0,-1 1 0,0-1 0,1 0 0,-1 0 0,-1-1 0,1 1 0,0 0 0,1-5 0,9-12 0,-12 20 0,0-1 0,1 1 0,-1-1 0,1 1 0,-1 0 0,0 0 0,1-1 0,-1 1 0,1 0 0,-1 0 0,1-1 0,-1 1 0,1 0 0,-1 0 0,1 0 0,0 0 0,-1 0 0,1 0 0,-1 0 0,1 0 0,-1 0 0,1 0 0,-1 0 0,1 0 0,2 2 0,0 0 0,-1 0 0,0 0 0,1 0 0,-1 0 0,0 1 0,0-1 0,0 1 0,-1-1 0,1 1 0,0 0 0,-1-1 0,1 4 0,26 52 0,19 64 0,-38-98 0,184 541-386,-45 24 0,-140-550 386,10 71 0,-17-100 0,0-1 0,-1 1 0,-1-1 0,1 1 0,-1-1 0,-1 1 0,0-1 0,-6 16 0,6-20 20,0-1 0,-1 0 1,0 0-1,0 0 0,0 0 1,-1-1-1,1 1 0,-1-1 1,0 0-1,0 0 0,0 0 1,0-1-1,0 1 0,-1-1 1,1 0-1,-1 0 0,1-1 1,-8 2-1,-9 2 109,1-1-1,-40 2 1,-409-4-129,353-15 120,102 11-332,0-1 0,0-1 0,1 0-1,-1-1 1,1 0 0,-14-9 0,10 3-6614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6:25.9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931 143 24575,'-83'26'0,"-156"73"0,-60 64 0,252-136 0,1 2 0,1 2 0,-62 55 0,87-68 0,16-15 0,1-1 0,0 1 0,0-1 0,0 1 0,0 0 0,0 0 0,1 0 0,-1 0 0,1 1 0,0-1 0,0 1 0,0-1 0,0 1 0,1 0 0,-1 0 0,1 0 0,0 0 0,0 0 0,1 0 0,-1 0 0,1 8 0,1-1 0,0 0 0,1 0 0,1 1 0,-1-1 0,2-1 0,0 1 0,0 0 0,1-1 0,0 0 0,0 0 0,1 0 0,10 11 0,7 7 0,1 0 0,42 36 0,-10-18 0,1-3 0,2-2 0,2-2 0,2-4 0,1-2 0,1-3 0,2-3 0,121 32 0,-162-53 0,-1-1 0,1-1 0,0-2 0,0 0 0,0-2 0,1 0 0,-1-2 0,35-8 0,-19 1 0,-1-3 0,0-1 0,-1-2 0,50-27 0,183-113 0,-214 115 0,-1-2 0,70-69 0,-113 97 0,-1-1 0,-1 0 0,0-2 0,-1 1 0,-1-1 0,-1-1 0,0 0 0,8-22 0,-12 24 0,-2 1 0,0-1 0,0-1 0,-2 1 0,0 0 0,0-1 0,-2 1 0,0-1 0,-1 1 0,-5-26 0,1 15 0,-2 1 0,-1 1 0,-1-1 0,-2 1 0,0 1 0,-1 0 0,-2 0 0,0 2 0,-1-1 0,-25-25 0,18 23 0,-2 2 0,-1 0 0,0 2 0,-2 0 0,0 2 0,-2 1 0,-59-27 0,71 38 7,1 1-1,-1 1 1,0 1 0,0 0-1,-1 2 1,-19-2-1,-105 6-254,69 2-915,47-4-5663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6:27.1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306 142 24575,'-11'0'0,"-6"-1"0,0 2 0,-25 3 0,36-2 0,0-1 0,0 1 0,0 0 0,0 0 0,0 1 0,1 0 0,-1 0 0,1 0 0,0 1 0,-6 5 0,-3 3 0,2 1 0,0 1 0,0 0 0,1 1 0,1 0 0,0 0 0,2 1 0,-1 1 0,2-1 0,0 1 0,1 0 0,1 1 0,-5 27 0,1 17 0,4 0 0,2 100 0,3-127 0,0-25 0,0 62 0,10 75 0,-7-126 0,1 0 0,0 0 0,1 0 0,2-1 0,0 0 0,1 0 0,1-1 0,14 23 0,-16-33 0,0-1 0,0 0 0,1 0 0,0 0 0,0-1 0,1 0 0,0-1 0,0 0 0,1-1 0,0 0 0,17 7 0,-2-3 0,0-1 0,1-1 0,46 5 0,31-1 0,0-5 0,199-13 0,-285 5 0,-1 0 0,1-1 0,-1-1 0,0 0 0,0-1 0,-1-1 0,21-10 0,-26 10 0,0 0 0,-1-1 0,0 0 0,0 0 0,-1-1 0,0 0 0,0-1 0,-1 1 0,0-1 0,0-1 0,7-14 0,-1-1 0,-2 0 0,-1-1 0,-1 0 0,-1-1 0,-1 0 0,-2 0 0,0 0 0,-2-1 0,-1 1 0,-3-51 0,-2 46 0,-1 1 0,-2 0 0,-1 0 0,-2 0 0,0 1 0,-2 0 0,-2 1 0,0 0 0,-23-34 0,6 17 0,-3 0 0,-1 2 0,-2 2 0,-2 1 0,-48-38 0,60 57 0,-2 1 0,0 1 0,-1 1 0,-1 2 0,-1 1 0,0 2 0,-1 0 0,0 3 0,-52-12 0,28 16-1365,34 7-5461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6:28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1 24575,'-3'5'0,"0"0"0,0 0 0,0 0 0,1 0 0,0 1 0,0-1 0,0 1 0,1-1 0,-1 1 0,1 0 0,1 0 0,-1 7 0,0-2 0,-1 16 2,1 1 0,2-1 0,0 1 0,2-1 0,1 0-1,2 0 1,0 0 0,2 0 0,18 42 0,3-4-88,3-2-1,67 97 1,-23-52-135,4-4 0,5-3 1,5-4-1,3-4 0,115 87 0,-196-170 216,0-1-1,2 0 0,-1-1 1,1 0-1,0-1 1,18 6-1,-25-11 94,-1 0 0,1-1 0,-1 0 0,1 0-1,0-1 1,-1 1 0,1-2 0,-1 1 0,1-1 0,0 0 0,-1 0 0,1-1-1,-1 1 1,0-2 0,0 1 0,12-6 0,20-15-66,-1-2 0,-2-1 0,0-1 0,33-35 0,-43 37-22,-1 0 0,-1-2 0,-2 0 0,-1-2 0,-1 0 0,-1-1 0,20-47 0,-30 55 0,-2 0 0,0 0 0,-2 0 0,0-1 0,-1 0 0,-1-40 0,-3 46 0,0 0 0,-1 0 0,-1 0 0,0 0 0,-1 0 0,-1 1 0,0 0 0,-2 0 0,-13-25 0,8 20 0,-2 1 0,0 1 0,-2 0 0,0 1 0,0 0 0,-2 2 0,0 0 0,-37-24 0,-16-1 0,-1 4 0,-2 3 0,-1 3 0,-2 3 0,-126-28 0,142 42 0,-100-20 0,138 31 0,0 1 0,0 2 0,0 0 0,0 1 0,-26 5 0,14 0-1365,4-1-5461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6:45.1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 24575,'363'4'0,"44"-2"-1015,111-2-3048,58-3 2382,533-15-1671,862 0 3250,-1451 25-408,-58 6 383,198 15-672,663 14 3228,-340-48-1918,-7-47-453,-783 34 402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7:02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24575,'416'5'0,"-5"27"0,-24 12 0,27 4 0,-401-47 0,104 16 0,150 1 0,-138-17 0,221-29 0,-98 3 0,-160 19 0,127-25 0,-157 21 0,0 3 0,1 3 0,81 4 0,-72 0 0,-62 0-227,0-1-1,0 0 1,0 0-1,0-1 1,10-3-1,-2-1-6598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7:05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 24575,'683'-14'0,"242"4"0,2459 35-2472,-2501-26 3579,-860 1-7933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7:36.9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3385 329 24575,'-41'-3'0,"1"-1"0,0-2 0,-69-20 0,-3 0 0,-1059-128-1221,750 120 2442,164-2-1221,32 3 0,168 28 0,-112 3 0,63 18 0,31-3 0,5-3 0,14-2 0,-56 1 0,81-6 32,1 1 0,0 1 1,-37 11-1,36-8-530,-1-1 0,-47 4 0,56-10-6328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5:58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24575,'7'81'0,"12"106"0,9 117-889,4 86-2666,-3 73 2142,24 1378-1459,-52 20 3353,-4-1195-716,146 1947 197,-36-1188-658,-84 145 3511,-24-1467-4604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5:59.6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1 604 24575,'102'-6'0,"137"-5"0,146-11-1363,128-14-4089,1332-110 1058,637-46 2804,-1 67-206,3567 60 8,-5091 88 1788,-94 2 85,-70 1 257,-89 0-198,-91-1 88,2409-12 2082,-2536-27-1657,954-22-493,-959 31 3423,4 6 3833,52 0-5982,-95 5-2211,194 8-2319,2679 70-4297,-3241-83 7389,147 9 0,-182-3 510,-39-7-462,1 0 0,-1 0 1,0 0-1,0 0 0,0 0 0,0 0 0,1 0 0,-1 0 0,0 0 0,0 0 1,0 0-1,0 1 0,0-1 0,1 0 0,-1 0 0,0 0 0,0 0 1,0 0-1,0 0 0,0 0 0,0 0 0,1 0 0,-1 1 0,0-1 0,0 0 1,0 0-1,0 0 0,0 0 0,0 0 0,0 1 0,0-1 0,0 0 0,0 0 1,0 0-1,0 0 0,0 1 0,0-1 0,0 0 0,0 0 0,0 0 0,0 0 1,0 0-1,0 1 0,0-1 0,0 0 0,0 0 0,0 0 0,0 0 1,0 1-1,0-1 0,0 0 0,0 0 0,0 0-46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6:35.9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24575,'0'28'0,"0"60"0,0 62 0,5 47 0,1 13 0,0-10 0,-1-21 0,-1-32 0,-2-31 0,-1-30 0,-1-22 0,5-21 0,1-18-8191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6:37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70 24575,'-1'148'0,"3"161"0,-2-292 0,1-1 0,1 1 0,0-1 0,1 1 0,10 28 0,-10-38 0,0 0 0,1-1 0,0 1 0,0-1 0,0 0 0,1 0 0,0 0 0,0-1 0,0 1 0,1-1 0,-1-1 0,1 1 0,1-1 0,-1 0 0,8 4 0,-1-2 0,1 0 0,0-1 0,0 0 0,1-1 0,-1-1 0,1 0 0,0-1 0,-1-1 0,1 0 0,0-1 0,0-1 0,0 0 0,0-1 0,-1 0 0,1-1 0,15-6 0,14-7 0,-2-2 0,0-1 0,75-49 0,-36 15 0,-3-3 0,-3-3 0,-2-4 0,105-116 0,-139 133 0,63-97 0,-99 138 0,-1 0 0,1 0 0,-1 0 0,0 0 0,-1-1 0,2-5 0,-3 11 0,0 0 0,0 0 0,0 0 0,0 0 0,0 0 0,-1 0 0,1 0 0,0 0 0,0 0 0,0 0 0,0 0 0,0 0 0,0 0 0,0 0 0,0 0 0,0 0 0,-1 0 0,1 0 0,0 0 0,0 0 0,0 0 0,0 0 0,0 0 0,0 0 0,0 0 0,0 0 0,0 0 0,0 0 0,-1-1 0,1 1 0,0 0 0,0 0 0,0 0 0,0 0 0,0 0 0,0 0 0,0 0 0,0 0 0,0 0 0,0 0 0,0 0 0,0-1 0,0 1 0,0 0 0,0 0 0,0 0 0,0 0 0,0 0 0,0 0 0,-15 27 0,-111 310 9,25 13-105,97-333 82,-199 873-493,117-401 1014,81-465-1771,2-4-5562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6:38.2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1248 1 24575,'-128'185'0,"0"21"0,-589 1056-4126,645-1118 4924,-85 242-1,152-370-505,-1-1-1,0 0 1,-14 21-1,12-23-7117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6:39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6:39.7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7:41.2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1569 24575,'874'-36'0,"-323"12"-38,-1 27-486,-442-2 372,704 26 152,-650-13 129,75 2 456,1178 9-3653,-1056-11 2529,637 20 548,0-24-1409,-586-40 1512,-238 10 3437,-20 10-2212,-149 10-1337,0-1 0,0 0 0,1 1 0,-1-1 0,0-1 0,0 1 0,0 0 0,0-1 0,0 1 0,-1-1 0,1 0 0,0 0 0,-1 0 0,1 0 0,-1-1 0,0 1 0,0-1 0,0 1 0,0-1 0,0 0 0,0 0 0,-1 0 0,1 0 0,-1 0 0,1-4 0,3-10 0,-1 1 0,0-1 0,1-31 0,-2 19 0,15-187 0,-18 181 0,-1 1 0,-2-1 0,-2 1 0,-10-43 0,9 59 0,-1 0 0,0 1 0,-2 0 0,0 0 0,0 1 0,-24-30 0,-4 2 0,-45-40 0,40 45 0,-2 2 0,-60-38 0,-106-52 0,88 63-96,-3 6 0,-140-44 0,-269-43-192,429 125 432,-211-14 0,252 33-86,0 2 0,0 4-1,0 2 1,-97 23-1,149-26-57,-258 70 0,240-65 0,1-2 0,-2-2 0,-31 3 0,-716 42-2256,574-41 1967,-84 5 274,-885 22 601,873-23 1372,26 0-1942,239-11-16,1 1 0,-1 2 0,1 2 0,-52 16 0,51-16 0,1-2 0,0-1 0,-1-2 0,0-1 0,-36-4 0,2 1 0,-7 0 0,-107 4 0,86 13 0,33-3 0,50-9 0,1 1 0,0 0 0,0 1 0,1 1 0,0 0 0,-15 10 0,-30 13 0,-330 128 0,309-119 0,60-28 0,1-1 0,-1 0 0,0-2 0,-1 0 0,-30 7 0,43-13 0,1-1 0,-1 2 0,1-1 0,0 1 0,-1-1 0,1 2 0,0-1 0,0 0 0,-9 7 0,12-7 0,0 0 0,0 0 0,0 1 0,0-1 0,1 1 0,-1-1 0,1 1 0,-1 0 0,1-1 0,0 1 0,0 0 0,0 0 0,0 0 0,1 0 0,-1 0 0,1 0 0,0 0 0,0 0 0,0 6 0,1-4 0,-1 0 0,1 0 0,0 0 0,0 0 0,1 0 0,0-1 0,0 1 0,0 0 0,0-1 0,1 0 0,-1 1 0,1-1 0,0 0 0,5 5 0,6 5 0,0-2 0,26 19 0,13 11 0,-16-4 0,5 3 0,64 52 0,93 47 0,-191-134 0,1-1 0,0 0 0,-1-1 0,2 0 0,8 3 0,-11-6 0,0 2 0,-1-1 0,1 1 0,-1 0 0,1 0 0,-1 1 0,0 0 0,-1 0 0,1 0 0,9 10 0,-7-4-273,0-1 0,1-1 0,0 1 0,12 7 0,-7-7-6553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7:43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8:55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4825 4016 24575,'-10'-278'-6954,"-26"1"7933,22 203 17,-4 1 0,-3 1 0,-3 1 0,-4 1-1,-49-94 1,51 118-996,-57-75 0,-57-94 0,121 183 0,-51-95 0,-11-20 0,60 108 0,1 0 0,-20-58 0,-4-10 0,23 64 0,-49-118 0,-8-42 0,-185-339 0,136 346 0,55 90 0,35 53 0,-2 2 0,-2 1 0,-2 3 0,-2 1 0,-2 2 0,-89-63 0,73 65 0,-2 3 0,-1 2 0,-2 4 0,-2 2 0,-95-28 0,99 40 0,0 2 0,-1 3 0,-1 2 0,0 4 0,-1 3 0,1 3 0,-1 3 0,-116 16 0,96 0 0,-147 49 0,112-27 0,70-24 0,1 2 0,1 3 0,-87 46 0,94-37 0,3 2 0,0 1 0,-49 52 0,-101 124 0,149-159 0,-412 499 0,436-521 0,2 2 0,1 0 0,1 0 0,1 2 0,2 0 0,1 0 0,2 1 0,-11 64 0,9-4 0,1 180 0,16-110-544,31 183-1,56 156-545,-16-203 2180,-59-248-818,1-1 1,3 0-1,49 79 0,21 11-272,5-4 0,7-5 0,196 192 0,-170-204 0,6-5 0,4-7 0,5-6 0,229 119 0,-333-200 0,1-1 0,0-2 0,2-2 0,0-2 0,0-2 0,88 8 0,106 5 0,1-12 0,349-26 0,-174-34 0,-325 26 0,-48 12 0,-32 7 0,0-1 0,0 1 0,0-2 0,-1 1 0,0-1 0,0 0 0,0-1 0,-1 0 0,0 0 0,6-9 0,5-2 0,52-58-40,-4-2 0,-3-4 0,-4-2-1,-3-2 1,77-164 0,-82 133-98,-5-2-1,-5-1 1,-6-3 0,25-160-1,-40 153 139,-6 0 0,-3-166 0,-13 234 0,-2 0 0,-3 0 0,-3 1 0,-2 0 0,-4 0 0,-42-109 0,48 148-3,0 0 0,-24-35 0,28 49 97,0 0 0,0 1 0,-1 0 1,0 0-1,0 1 0,0 0 0,-1 0 1,0 1-1,-15-8 0,-39-12-1459,40 19-5461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9:41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2740 985 24575,'-93'-103'-1552,"53"57"1977,-53-48-1,-9 1 320,41 36-764,-77-56-1,56 53 21,10 6 0,-153-84 0,179 114 0,-1 2 0,-2 3 0,-83-22 0,32 13 0,-26-4 0,24 9 0,51 10 0,-89-9 0,-109 19 0,145 5 0,97-2 0,0 1 0,0 0 0,0 0 0,0 1 0,0 0 0,0 0 0,0 1 0,0 0 0,1 0 0,0 1 0,-1-1 0,1 1 0,1 1 0,-1-1 0,-10 11 0,-3 6 0,1 0 0,-27 42 0,38-51 0,-45 69 0,-65 142 0,-14 100 0,81-179 0,-46 228 0,81-292 0,4 0 0,3 1 0,4 0 0,10 133 0,2-160 0,2 0 0,2 0 0,2-1 0,38 90 0,-15-63 0,2-1 0,61 87 0,170 191 0,27-23 0,-133-155 0,-104-110 0,87 93 0,-111-127 0,1-1 0,54 37 0,-49-44 0,1-2 0,1-2 0,1-2 0,1-2 0,0-2 0,2-2 0,88 15 0,-93-24 0,-1-3 0,1-1 0,0-2 0,0-2 0,-1-2 0,1-2 0,52-14 0,1-7 0,181-78 0,-185 64 0,-2-3 0,-2-5 0,-2-3 0,108-86 0,-146 96 0,-2-2 0,-2-2 0,-2-2 0,-2-2 0,37-60 0,-47 62 0,-2-3 0,-3 0 0,-1-1 0,-3-1 0,26-107 0,-29 65 0,-5-1 0,-5-1 0,-4-134 0,-7 153 0,-3 1 0,-22-103 0,17 133 0,-2 0 0,-2 1 0,-2 1 0,-45-85 0,32 79 0,-1 1 0,-3 2 0,-2 1 0,-2 2 0,-80-73 0,-14 4 0,-169-112 0,223 177 0,-140-61 0,-93-16 0,45 41-1365,245 78-5461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8:41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24575,'34'127'0,"50"163"0,180 566-5829,-75-249 2379,-67-204 4957,-109-357-1433,38 147 1320,-50-189-1371,-1 1 1,1-1-1,-1 0 1,0 1-1,0-1 1,0 0 0,0 0-1,-2 7 1,2-10-20,0-1-1,-1 1 1,1-1 0,0 1 0,0-1 0,-1 1 0,1-1 0,0 1 0,-1-1 0,1 1 0,-1-1 0,1 1 0,0-1 0,-1 1 0,1-1 0,-1 0 0,1 1 0,-1-1 0,1 0 0,-1 1 0,0-1 0,0 0 0,0 0 39,0 0 1,-1 0 0,1 0 0,0 0 0,0 0 0,-1 0 0,1-1-1,0 1 1,0 0 0,0-1 0,0 1 0,0-1 0,-1 0 0,1 1 0,-1-2-1,-5-3 469,1 0-1,-1-1 0,1 0 1,0 0-1,1 0 0,-1-1 1,1 0-1,-6-10 0,-32-71 3,32 65-330,-60-146-184,7-2 0,7-4 0,8-1 0,-34-239 0,62 179 0,14 130 0,7 104 0,0-1 0,0 1 0,0-1 0,0 1 0,-1-1 0,1 1 0,-1-1 0,0 1 0,0 0 0,0-1 0,0 1 0,0 0 0,0 0 0,-1-1 0,1 1 0,-1 0 0,1 0 0,-1 1 0,0-1 0,0 0 0,0 1 0,0-1 0,-4-2 0,1 2 0,-1 1 0,0-1 0,0 1 0,0 0 0,-1 1 0,1-1 0,0 1 0,-8 1 0,11-1 0,-1 0 0,1 0 0,-1 0 0,1 0 0,0 0 0,-1-1 0,1 0 0,0 0 0,0 0 0,0 0 0,-1 0 0,1-1 0,0 1 0,0-1 0,1 0 0,-1 0 0,0 0 0,1 0 0,-1 0 0,1 0 0,0-1 0,-1 0 0,1 1 0,0-1 0,1 0 0,-1 0 0,0 0 0,1 0 0,0 0 0,0 0 0,-2-5 0,0-9 0,0 0 0,1-1 0,1 1 0,0 0 0,3-19 0,-2-6 0,-13-104-1365,9 101-5461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8:42.4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55 24575,'64'-16'0,"0"3"0,0 2 0,1 4 0,0 2 0,1 3 0,-1 3 0,85 12 0,-129-10 0,-1 1 0,1 1 0,-1 1 0,0 1 0,0 1 0,-1 1 0,0 0 0,-1 2 0,0 0 0,0 1 0,20 18 0,-31-23 0,1 1 0,-2 1 0,1-1 0,-1 1 0,0 0 0,-1 1 0,0-1 0,0 1 0,-1 0 0,3 13 0,-3-7 0,-1 1 0,0-1 0,-1 1 0,-1-1 0,-1 1 0,-2 18 0,-1-6 0,-2 1 0,-1-2 0,-1 1 0,-2-1 0,-1 0 0,-1-1 0,-16 29 0,-79 120 0,58-100 0,32-54 0,0 0 0,-2-1 0,-21 19 0,7-7 0,24-25-151,-1 0-1,0-1 0,0 0 0,-1 0 1,1-1-1,-2 0 0,1-1 1,-12 4-1,4-3-6674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8:43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24575,'580'0'0,"-578"0"0,-1 0 0,1-1 0,-1 1 0,1 0 0,-1 0 0,1 1 0,-1-1 0,1 0 0,-1 0 0,1 1 0,-1-1 0,0 1 0,1-1 0,-1 1 0,1 0 0,-1-1 0,0 1 0,0 0 0,1 0 0,-1 0 0,2 2 0,-2 0 0,0-1 0,-1 1 0,1 0 0,-1 0 0,1 0 0,-1-1 0,0 1 0,0 0 0,0 6 0,-1 2 0,2 35 0,10 69 0,-7-88 0,25 175 0,289 1398-2286,-274-1395 2200,-20-78-884,-21-101-3879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8:44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24575,'9'116'0,"26"173"0,13 117 0,11 95-7758,5 37 7758,-8-31 0,-14-55 0,-14-72 0,-12-73 1004,-12-56-1004,-9-57 0,-1-57 0,-2-46 1444,2-40-4325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8:46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 1948 24575,'63'988'-3728,"-8"-402"2011,-6-192 3897,-46-372-2026,-1-14-91,0 1 1,-1 0-1,0 0 0,-1-1 1,0 1-1,0 0 0,-3 14 1,0-19-64,-2-10 0,-9-44 434,-30-262 1749,40 271-2196,-29-303-466,-83-1153-3800,74-14 718,42 1490 3650,0-8 1036,0 0 0,2 0 0,1 0 0,14-56 0,-16 82-1012,0 1 0,0-1 0,1 1 0,-1 0 1,1-1-1,0 1 0,0 0 0,0 0 0,0 0 0,0 0 1,0 1-1,0-1 0,1 0 0,-1 1 0,1 0 0,-1-1 1,1 1-1,-1 0 0,1 0 0,0 1 0,-1-1 0,1 0 1,0 1-1,4-1 0,11 0-259,-1 0 1,33 3-1,-24-1 359,-18-1-213,47 1 0,106 14 0,-142-12 0,-1 2 0,0 0 0,0 1 0,0 0 0,-1 2 0,0 0 0,0 1 0,-1 1 0,23 17 0,-23-13 0,-1 1 0,0 0 0,-1 1 0,-1 0 0,-1 2 0,0-1 0,-1 1 0,0 1 0,9 24 0,-10-16 0,-1 0 0,0 0 0,-3 1 0,0 0 0,-1 1 0,0 38 0,-5-39 0,-2 0 0,-1 0 0,-2 0 0,0 0 0,-2-1 0,-1 0 0,-1 0 0,-1-1 0,-16 29 0,-20 29 0,-72 100 0,110-172 0,-216 271 0,146-192 0,-99 99 0,171-184-227,0 0-1,-1 0 1,0 0-1,0-1 1,-11 7-1,0-4-6598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8:47.7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0 195 24575,'496'-91'0,"61"-7"0,-546 96 0,-3 1 0,1 0 0,-1 0 0,1 0 0,-1 1 0,1 0 0,11 3 0,-18-3 0,0 1 0,-1-1 0,1 1 0,0 0 0,-1 0 0,1 0 0,0 0 0,-1 0 0,1 0 0,-1 0 0,0 1 0,1-1 0,-1 1 0,0-1 0,0 1 0,0-1 0,0 1 0,0-1 0,0 1 0,0 0 0,0 0 0,-1-1 0,1 1 0,-1 0 0,0 0 0,1 0 0,-1 0 0,0 0 0,0 0 0,0-1 0,0 1 0,0 0 0,-1 3 0,-11 99 0,-41 171 0,34-187 0,-29 129 0,-105 581 0,123-518-1365,27-260-5461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8:48.6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 24575,'14'0'0,"23"0"0,28-4 0,18-2 0,8 0 0,-2-4 0,-2 1 0,-7 1 0,-12 2 0,-13 2 0,-12 2 0,-7 1 0,-6 1 0,-4 0 0,-1 1 0,0-1 0,-5 1-8191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8:50.2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0 277 24575,'88'-12'0,"116"-15"0,141-14-1061,121-5-3183,1027-57-160,767 55 3962,-1309 91 193,-12 39 20,-495-40-698,667 20 1450,-637-66 4876,-430 3-7956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9:31.6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6 222 24575,'82'260'0,"-31"-108"0,-34-98 0,76 282 0,-91-325 0,1 0 0,-2 0 0,0 0 0,0 0 0,-1 1 0,0-1 0,-1 0 0,0 0 0,-4 15 0,5-26 0,0 0 0,0 1 0,0-1 0,0 0 0,0 1 0,0-1 0,0 0 0,0 0 0,0 1 0,0-1 0,-1 0 0,1 1 0,0-1 0,0 0 0,0 0 0,-1 1 0,1-1 0,0 0 0,0 0 0,0 1 0,-1-1 0,1 0 0,0 0 0,-1 0 0,1 1 0,0-1 0,-1 0 0,1 0 0,0 0 0,0 0 0,-1 0 0,1 0 0,0 0 0,-1 0 0,1 0 0,0 0 0,-1 0 0,1 0 0,0 0 0,-1 0 0,0 0 0,-10-14 0,-5-27 0,16 40 0,-42-160 0,17 59 0,-56-270 0,51 249 0,0-6 0,28 116 0,0 0 0,2 0 0,-1 0 0,2 0 0,0 0 0,0 0 0,6-22 0,-6 31 0,0-1 0,1 1 0,0 0 0,0 0 0,0 0 0,0 1 0,1-1 0,0 1 0,-1-1 0,1 1 0,0 0 0,1 0 0,-1 0 0,1 0 0,4-3 0,0 2 0,-1 0 0,1 1 0,0 0 0,0 0 0,0 1 0,0 0 0,15-2 0,-6 2 0,0 2 0,0-1 0,0 2 0,1 1 0,-1 0 0,0 1 0,24 7 0,-25-3 0,0 0 0,-1 1 0,0 0 0,0 1 0,-1 1 0,0 0 0,0 1 0,-1 1 0,-1 0 0,18 22 0,-16-16 0,0 1 0,-2 0 0,0 1 0,-1 0 0,-1 0 0,-1 1 0,11 35 0,-17-45 0,0 0 0,-1 0 0,0 0 0,-1 0 0,0 1 0,-1-1 0,0 0 0,-1 0 0,0 1 0,0-1 0,-2 0 0,1 0 0,-1 0 0,-1-1 0,0 1 0,0-1 0,-1 0 0,-1 0 0,1 0 0,-2-1 0,1 1 0,-1-2 0,-1 1 0,-15 14 0,-12 10 0,26-24 0,1-1 0,-1 0 0,0 0 0,-1-1 0,-16 10 0,24-16-34,-10 5-232,0 0 0,0-1 0,-1 0-1,-20 5 1,13-7-6560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9:33.8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451 0 24575,'-450'0'0,"484"10"0,-11-3 0,7 2 0,-1 2 0,-1 0 0,0 2 0,-1 1 0,0 1 0,-1 1 0,0 1 0,-2 2 0,0 0 0,36 39 0,-54-52 0,-1 0 0,1 1 0,-1 0 0,-1-1 0,1 1 0,-1 1 0,0-1 0,-1 1 0,5 12 0,-7-16 0,-1 0 0,1 0 0,-1 0 0,1 0 0,-1 0 0,0 1 0,-1-1 0,1 0 0,-1 0 0,0 0 0,0 0 0,0 0 0,0 0 0,-1 0 0,1-1 0,-1 1 0,0 0 0,0-1 0,-1 1 0,-4 4 0,-7 8 0,-1-2 0,-1 0 0,0-1 0,-1 0 0,0-2 0,-1 0 0,0 0 0,-1-2 0,0-1 0,0 0 0,-1-1 0,0-1 0,0-1 0,-1-1 0,1 0 0,-37 0 0,54-4 0,1 0 0,0 0 0,-1 0 0,1-1 0,0 1 0,-1-1 0,1 1 0,0-1 0,-1 0 0,1 0 0,0 0 0,0 0 0,0 0 0,0-1 0,0 1 0,0 0 0,0-1 0,0 0 0,1 1 0,-1-1 0,1 0 0,-1 0 0,1 0 0,0 0 0,-1 0 0,1 0 0,0 0 0,0-1 0,1 1 0,-1 0 0,0-1 0,1 1 0,0 0 0,-1-1 0,1 1 0,0 0 0,0-1 0,0 1 0,0-1 0,1 1 0,-1 0 0,1-1 0,-1 1 0,1 0 0,0 0 0,0-1 0,0 1 0,0 0 0,0 0 0,3-3 0,25-33 0,1 2 0,2 2 0,1 1 0,2 1 0,39-27 0,-60 47 0,-1 0 0,-1 0 0,0-1 0,-1-1 0,0 0 0,-1 0 0,11-22 0,28-23-1365,-41 44-5461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9:45.6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29:53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1 111 24575,'1340'90'0,"-661"-70"0,-493-21 0,1125 0 0,-905 28 0,-146-4 0,154-12 0,-77-5 0,1065 9 0,-400-71-1296,-692 35 540,543-54-358,-142 11 245,9 28 488,-36-2 4474,-366 27-3796,-243 12-271,-41 1-26,58 9 0,14 2 0,-41-11-1365,-38-2-5461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30:08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24575,'4'3'0,"-1"0"0,2 0 0,-1-1 0,0 0 0,0 1 0,1-2 0,7 4 0,2-1 0,55 21 0,2-4 0,0-2 0,103 12 0,222 4 0,-202-27 0,110 9 0,52-7-760,-323-11 155,-10 1-6221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6T10:30:13.9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21389,'1066'0'0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63a3d2f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263a3d2f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A7DD5DD-F753-1B1B-C05B-3E76EC033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63a3d2feb_0_0:notes">
            <a:extLst>
              <a:ext uri="{FF2B5EF4-FFF2-40B4-BE49-F238E27FC236}">
                <a16:creationId xmlns:a16="http://schemas.microsoft.com/office/drawing/2014/main" id="{0A6D1E9B-843A-7BB6-3AD3-311673B777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263a3d2feb_0_0:notes">
            <a:extLst>
              <a:ext uri="{FF2B5EF4-FFF2-40B4-BE49-F238E27FC236}">
                <a16:creationId xmlns:a16="http://schemas.microsoft.com/office/drawing/2014/main" id="{83CB177C-34A6-18BF-3729-2CA5E98D9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5656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C2BE291-BB88-9822-0F81-9022D8585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63a3d2feb_0_0:notes">
            <a:extLst>
              <a:ext uri="{FF2B5EF4-FFF2-40B4-BE49-F238E27FC236}">
                <a16:creationId xmlns:a16="http://schemas.microsoft.com/office/drawing/2014/main" id="{C5D2F50E-E57E-EDF9-4E83-913EF87E30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263a3d2feb_0_0:notes">
            <a:extLst>
              <a:ext uri="{FF2B5EF4-FFF2-40B4-BE49-F238E27FC236}">
                <a16:creationId xmlns:a16="http://schemas.microsoft.com/office/drawing/2014/main" id="{3B5BFB87-3E17-D0EE-E827-BABEAB7689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2223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7E29C17F-8391-1A4E-E52D-94CC141C4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4D4BCE29-AE2C-BEAE-61C1-7FDB00660E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354F7BAF-A79A-0CD0-47BA-7A0DF50593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2907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BEBB31C0-7687-C95A-8D7E-4A37CEA96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F71C6E98-C5F4-27FC-4270-ADBDD8D228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E5562D11-1544-FFEF-9E2B-FB30867902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30691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9AAC45F6-692A-2489-8499-51A19DDF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FAAFC4DF-7498-EAF1-1E72-39672CB06F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9A1DB89E-3E61-5DA2-0E85-B29B17B52C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1784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16A450DB-EA15-9FC7-A9AB-6EDB00342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4CAAB15E-6D7D-5050-93E6-61B2EBC71C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59319766-3AE9-2A8E-6D1E-03AE1D2B60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81074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61C6185E-EFAC-9EDF-6B9D-7105A393D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771D7256-29DE-1416-B156-C52A369AF7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7A215958-1828-7A26-6C44-3B2776C9EC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80897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BE902C98-9023-2D42-5706-AF8258E9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1B24CE30-814E-CF5B-5FAC-BF554596C8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58F281FA-C2DA-9A23-97B3-17FC598131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430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E8B3AB2C-70CA-DA57-940D-DE28A19C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EEAFF347-8D69-D7CA-7058-11F6F85D07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8E800E9C-C6D3-6419-BFBC-4EF29027B9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80105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A83A8CD0-6E6F-6BEE-52DC-13114769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8D7005CD-8075-9574-ADDF-65D9D8132F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D54D7472-DE09-89C9-7A68-8691F15DE4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19287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4354D286-31B2-6DA3-3A7D-5E9852F25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78208AF7-3E7C-E1F0-9904-55DF287EA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1B864E59-2EF6-021A-A8B5-086442E12C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50781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72535C30-C869-FFBB-6412-EEF07E220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BA07A4F7-BA0E-C2D4-5D0C-DE2F96C820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3A6FD93C-E480-7BF0-3680-054AEE1529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64482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4C74337D-4B94-1474-297B-A19DBB9B3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5955C1A9-1CD6-79AA-3441-11104D832E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4E7CD67C-B463-D183-5222-358AAC6E8A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03950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22BCE961-AB3C-EF56-726E-6FE51DD3E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2FDEB1FB-BBFE-7AD9-8204-61CEC5F902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65892C7A-F318-4BCE-DEC4-1550BD7B20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46135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CB6FE619-E46A-37C1-595C-997940586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4F7E7123-50CF-73C3-6630-807F1B61F3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81848E0D-94C6-68E7-8436-B67A6B103E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3401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5C919386-D642-A40A-FE05-FA0113855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3A5DB997-69A0-EA37-D492-7E059D2E40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A59C07B9-D04C-5F74-C217-D796AE0A73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4839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9D0519EE-7F08-D972-D3EC-3443AE56B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1A47E045-1E60-1AB4-6670-3181D046AA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E19EB3E6-8CA0-59EA-00A6-C0390B5B6D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26956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1AAEBE60-57C1-177F-18E0-F6D52FAC3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FFD01F3D-ED6D-82F8-BFF8-C2811FD2A2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00880E33-222A-CA40-0C78-350A31F136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72144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FD5C28D1-F7D4-0379-C03B-F9933F847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06913CDD-4E10-2445-2A95-FE56F58E05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D49B2BFB-44A3-740E-A375-24CB125C2A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06439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FC5A0744-B836-9746-F2A1-69AF1AA53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75FD6B66-711E-7BA6-1435-43D212EAE7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733D6AD7-9D64-6D35-3010-C1137B2300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56653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C5875BE8-C5B6-B3B9-F744-88A4617AE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>
            <a:extLst>
              <a:ext uri="{FF2B5EF4-FFF2-40B4-BE49-F238E27FC236}">
                <a16:creationId xmlns:a16="http://schemas.microsoft.com/office/drawing/2014/main" id="{C911AC2A-7F5C-574A-A84B-3748DA8CF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:notes">
            <a:extLst>
              <a:ext uri="{FF2B5EF4-FFF2-40B4-BE49-F238E27FC236}">
                <a16:creationId xmlns:a16="http://schemas.microsoft.com/office/drawing/2014/main" id="{7159DE6A-E315-53DB-F853-7A7208A280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1294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1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4.png"/><Relationship Id="rId50" Type="http://schemas.openxmlformats.org/officeDocument/2006/relationships/customXml" Target="../ink/ink24.xml"/><Relationship Id="rId55" Type="http://schemas.openxmlformats.org/officeDocument/2006/relationships/image" Target="../media/image28.png"/><Relationship Id="rId63" Type="http://schemas.openxmlformats.org/officeDocument/2006/relationships/image" Target="../media/image3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7.xml"/><Relationship Id="rId29" Type="http://schemas.openxmlformats.org/officeDocument/2006/relationships/image" Target="../media/image15.png"/><Relationship Id="rId11" Type="http://schemas.openxmlformats.org/officeDocument/2006/relationships/image" Target="../media/image6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19.png"/><Relationship Id="rId40" Type="http://schemas.openxmlformats.org/officeDocument/2006/relationships/customXml" Target="../ink/ink19.xml"/><Relationship Id="rId45" Type="http://schemas.openxmlformats.org/officeDocument/2006/relationships/image" Target="../media/image23.png"/><Relationship Id="rId53" Type="http://schemas.openxmlformats.org/officeDocument/2006/relationships/image" Target="../media/image27.png"/><Relationship Id="rId58" Type="http://schemas.openxmlformats.org/officeDocument/2006/relationships/customXml" Target="../ink/ink28.xml"/><Relationship Id="rId5" Type="http://schemas.openxmlformats.org/officeDocument/2006/relationships/image" Target="../media/image3.png"/><Relationship Id="rId61" Type="http://schemas.openxmlformats.org/officeDocument/2006/relationships/image" Target="../media/image31.png"/><Relationship Id="rId19" Type="http://schemas.openxmlformats.org/officeDocument/2006/relationships/image" Target="../media/image10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4.png"/><Relationship Id="rId30" Type="http://schemas.openxmlformats.org/officeDocument/2006/relationships/customXml" Target="../ink/ink14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8" Type="http://schemas.openxmlformats.org/officeDocument/2006/relationships/customXml" Target="../ink/ink3.xml"/><Relationship Id="rId51" Type="http://schemas.openxmlformats.org/officeDocument/2006/relationships/image" Target="../media/image26.png"/><Relationship Id="rId3" Type="http://schemas.openxmlformats.org/officeDocument/2006/relationships/image" Target="../media/image2.jpg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30.png"/><Relationship Id="rId20" Type="http://schemas.openxmlformats.org/officeDocument/2006/relationships/customXml" Target="../ink/ink9.xml"/><Relationship Id="rId41" Type="http://schemas.openxmlformats.org/officeDocument/2006/relationships/image" Target="../media/image21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5.png"/><Relationship Id="rId57" Type="http://schemas.openxmlformats.org/officeDocument/2006/relationships/image" Target="../media/image29.png"/><Relationship Id="rId10" Type="http://schemas.openxmlformats.org/officeDocument/2006/relationships/customXml" Target="../ink/ink4.xml"/><Relationship Id="rId31" Type="http://schemas.openxmlformats.org/officeDocument/2006/relationships/image" Target="../media/image16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3.png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3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.jpg"/><Relationship Id="rId7" Type="http://schemas.openxmlformats.org/officeDocument/2006/relationships/customXml" Target="../ink/ink3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customXml" Target="../ink/ink32.xml"/><Relationship Id="rId10" Type="http://schemas.openxmlformats.org/officeDocument/2006/relationships/image" Target="../media/image37.png"/><Relationship Id="rId4" Type="http://schemas.openxmlformats.org/officeDocument/2006/relationships/image" Target="../media/image34.png"/><Relationship Id="rId9" Type="http://schemas.openxmlformats.org/officeDocument/2006/relationships/customXml" Target="../ink/ink34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customXml" Target="../ink/ink37.xml"/><Relationship Id="rId18" Type="http://schemas.openxmlformats.org/officeDocument/2006/relationships/image" Target="../media/image42.png"/><Relationship Id="rId26" Type="http://schemas.openxmlformats.org/officeDocument/2006/relationships/image" Target="../media/image46.png"/><Relationship Id="rId3" Type="http://schemas.openxmlformats.org/officeDocument/2006/relationships/image" Target="../media/image2.jpg"/><Relationship Id="rId21" Type="http://schemas.openxmlformats.org/officeDocument/2006/relationships/customXml" Target="../ink/ink41.xml"/><Relationship Id="rId7" Type="http://schemas.openxmlformats.org/officeDocument/2006/relationships/diagramColors" Target="../diagrams/colors1.xml"/><Relationship Id="rId12" Type="http://schemas.openxmlformats.org/officeDocument/2006/relationships/image" Target="../media/image39.png"/><Relationship Id="rId17" Type="http://schemas.openxmlformats.org/officeDocument/2006/relationships/customXml" Target="../ink/ink39.xml"/><Relationship Id="rId25" Type="http://schemas.openxmlformats.org/officeDocument/2006/relationships/customXml" Target="../ink/ink43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customXml" Target="../ink/ink36.xml"/><Relationship Id="rId24" Type="http://schemas.openxmlformats.org/officeDocument/2006/relationships/image" Target="../media/image45.png"/><Relationship Id="rId5" Type="http://schemas.openxmlformats.org/officeDocument/2006/relationships/diagramLayout" Target="../diagrams/layout1.xml"/><Relationship Id="rId15" Type="http://schemas.openxmlformats.org/officeDocument/2006/relationships/customXml" Target="../ink/ink38.xml"/><Relationship Id="rId23" Type="http://schemas.openxmlformats.org/officeDocument/2006/relationships/customXml" Target="../ink/ink42.xml"/><Relationship Id="rId10" Type="http://schemas.openxmlformats.org/officeDocument/2006/relationships/image" Target="../media/image38.png"/><Relationship Id="rId19" Type="http://schemas.openxmlformats.org/officeDocument/2006/relationships/customXml" Target="../ink/ink40.xml"/><Relationship Id="rId4" Type="http://schemas.openxmlformats.org/officeDocument/2006/relationships/diagramData" Target="../diagrams/data1.xml"/><Relationship Id="rId9" Type="http://schemas.openxmlformats.org/officeDocument/2006/relationships/customXml" Target="../ink/ink35.xml"/><Relationship Id="rId14" Type="http://schemas.openxmlformats.org/officeDocument/2006/relationships/image" Target="../media/image40.png"/><Relationship Id="rId22" Type="http://schemas.openxmlformats.org/officeDocument/2006/relationships/image" Target="../media/image44.png"/><Relationship Id="rId27" Type="http://schemas.openxmlformats.org/officeDocument/2006/relationships/customXml" Target="../ink/ink4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6.xml"/><Relationship Id="rId21" Type="http://schemas.openxmlformats.org/officeDocument/2006/relationships/image" Target="../media/image56.png"/><Relationship Id="rId42" Type="http://schemas.openxmlformats.org/officeDocument/2006/relationships/customXml" Target="../ink/ink64.xml"/><Relationship Id="rId47" Type="http://schemas.openxmlformats.org/officeDocument/2006/relationships/image" Target="../media/image69.png"/><Relationship Id="rId63" Type="http://schemas.openxmlformats.org/officeDocument/2006/relationships/image" Target="../media/image77.png"/><Relationship Id="rId68" Type="http://schemas.openxmlformats.org/officeDocument/2006/relationships/customXml" Target="../ink/ink77.xml"/><Relationship Id="rId84" Type="http://schemas.openxmlformats.org/officeDocument/2006/relationships/customXml" Target="../ink/ink85.xml"/><Relationship Id="rId89" Type="http://schemas.openxmlformats.org/officeDocument/2006/relationships/image" Target="../media/image89.png"/><Relationship Id="rId16" Type="http://schemas.openxmlformats.org/officeDocument/2006/relationships/customXml" Target="../ink/ink51.xml"/><Relationship Id="rId11" Type="http://schemas.openxmlformats.org/officeDocument/2006/relationships/image" Target="../media/image51.png"/><Relationship Id="rId32" Type="http://schemas.openxmlformats.org/officeDocument/2006/relationships/customXml" Target="../ink/ink59.xml"/><Relationship Id="rId37" Type="http://schemas.openxmlformats.org/officeDocument/2006/relationships/image" Target="../media/image64.png"/><Relationship Id="rId53" Type="http://schemas.openxmlformats.org/officeDocument/2006/relationships/image" Target="../media/image72.png"/><Relationship Id="rId58" Type="http://schemas.openxmlformats.org/officeDocument/2006/relationships/customXml" Target="../ink/ink72.xml"/><Relationship Id="rId74" Type="http://schemas.openxmlformats.org/officeDocument/2006/relationships/customXml" Target="../ink/ink80.xml"/><Relationship Id="rId79" Type="http://schemas.openxmlformats.org/officeDocument/2006/relationships/image" Target="../media/image84.png"/><Relationship Id="rId5" Type="http://schemas.openxmlformats.org/officeDocument/2006/relationships/image" Target="../media/image48.png"/><Relationship Id="rId90" Type="http://schemas.openxmlformats.org/officeDocument/2006/relationships/customXml" Target="../ink/ink88.xml"/><Relationship Id="rId14" Type="http://schemas.openxmlformats.org/officeDocument/2006/relationships/customXml" Target="../ink/ink50.xml"/><Relationship Id="rId22" Type="http://schemas.openxmlformats.org/officeDocument/2006/relationships/customXml" Target="../ink/ink54.xml"/><Relationship Id="rId27" Type="http://schemas.openxmlformats.org/officeDocument/2006/relationships/image" Target="../media/image59.png"/><Relationship Id="rId30" Type="http://schemas.openxmlformats.org/officeDocument/2006/relationships/customXml" Target="../ink/ink58.xml"/><Relationship Id="rId35" Type="http://schemas.openxmlformats.org/officeDocument/2006/relationships/image" Target="../media/image63.png"/><Relationship Id="rId43" Type="http://schemas.openxmlformats.org/officeDocument/2006/relationships/image" Target="../media/image67.png"/><Relationship Id="rId48" Type="http://schemas.openxmlformats.org/officeDocument/2006/relationships/customXml" Target="../ink/ink67.xml"/><Relationship Id="rId56" Type="http://schemas.openxmlformats.org/officeDocument/2006/relationships/customXml" Target="../ink/ink71.xml"/><Relationship Id="rId64" Type="http://schemas.openxmlformats.org/officeDocument/2006/relationships/customXml" Target="../ink/ink75.xml"/><Relationship Id="rId69" Type="http://schemas.openxmlformats.org/officeDocument/2006/relationships/image" Target="../media/image80.png"/><Relationship Id="rId77" Type="http://schemas.openxmlformats.org/officeDocument/2006/relationships/image" Target="../media/image83.png"/><Relationship Id="rId8" Type="http://schemas.openxmlformats.org/officeDocument/2006/relationships/customXml" Target="../ink/ink47.xml"/><Relationship Id="rId51" Type="http://schemas.openxmlformats.org/officeDocument/2006/relationships/image" Target="../media/image71.png"/><Relationship Id="rId72" Type="http://schemas.openxmlformats.org/officeDocument/2006/relationships/customXml" Target="../ink/ink79.xml"/><Relationship Id="rId80" Type="http://schemas.openxmlformats.org/officeDocument/2006/relationships/customXml" Target="../ink/ink83.xml"/><Relationship Id="rId85" Type="http://schemas.openxmlformats.org/officeDocument/2006/relationships/image" Target="../media/image87.png"/><Relationship Id="rId3" Type="http://schemas.openxmlformats.org/officeDocument/2006/relationships/image" Target="../media/image2.jpg"/><Relationship Id="rId12" Type="http://schemas.openxmlformats.org/officeDocument/2006/relationships/customXml" Target="../ink/ink49.xml"/><Relationship Id="rId17" Type="http://schemas.openxmlformats.org/officeDocument/2006/relationships/image" Target="../media/image54.png"/><Relationship Id="rId25" Type="http://schemas.openxmlformats.org/officeDocument/2006/relationships/image" Target="../media/image58.png"/><Relationship Id="rId33" Type="http://schemas.openxmlformats.org/officeDocument/2006/relationships/image" Target="../media/image62.png"/><Relationship Id="rId38" Type="http://schemas.openxmlformats.org/officeDocument/2006/relationships/customXml" Target="../ink/ink62.xml"/><Relationship Id="rId46" Type="http://schemas.openxmlformats.org/officeDocument/2006/relationships/customXml" Target="../ink/ink66.xml"/><Relationship Id="rId59" Type="http://schemas.openxmlformats.org/officeDocument/2006/relationships/image" Target="../media/image75.png"/><Relationship Id="rId67" Type="http://schemas.openxmlformats.org/officeDocument/2006/relationships/image" Target="../media/image79.png"/><Relationship Id="rId20" Type="http://schemas.openxmlformats.org/officeDocument/2006/relationships/customXml" Target="../ink/ink53.xml"/><Relationship Id="rId41" Type="http://schemas.openxmlformats.org/officeDocument/2006/relationships/image" Target="../media/image66.png"/><Relationship Id="rId54" Type="http://schemas.openxmlformats.org/officeDocument/2006/relationships/customXml" Target="../ink/ink70.xml"/><Relationship Id="rId62" Type="http://schemas.openxmlformats.org/officeDocument/2006/relationships/customXml" Target="../ink/ink74.xml"/><Relationship Id="rId70" Type="http://schemas.openxmlformats.org/officeDocument/2006/relationships/customXml" Target="../ink/ink78.xml"/><Relationship Id="rId75" Type="http://schemas.openxmlformats.org/officeDocument/2006/relationships/image" Target="../media/image82.png"/><Relationship Id="rId83" Type="http://schemas.openxmlformats.org/officeDocument/2006/relationships/image" Target="../media/image86.png"/><Relationship Id="rId88" Type="http://schemas.openxmlformats.org/officeDocument/2006/relationships/customXml" Target="../ink/ink87.xml"/><Relationship Id="rId91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6.xml"/><Relationship Id="rId15" Type="http://schemas.openxmlformats.org/officeDocument/2006/relationships/image" Target="../media/image53.png"/><Relationship Id="rId23" Type="http://schemas.openxmlformats.org/officeDocument/2006/relationships/image" Target="../media/image57.png"/><Relationship Id="rId28" Type="http://schemas.openxmlformats.org/officeDocument/2006/relationships/customXml" Target="../ink/ink57.xml"/><Relationship Id="rId36" Type="http://schemas.openxmlformats.org/officeDocument/2006/relationships/customXml" Target="../ink/ink61.xml"/><Relationship Id="rId49" Type="http://schemas.openxmlformats.org/officeDocument/2006/relationships/image" Target="../media/image70.png"/><Relationship Id="rId57" Type="http://schemas.openxmlformats.org/officeDocument/2006/relationships/image" Target="../media/image74.png"/><Relationship Id="rId10" Type="http://schemas.openxmlformats.org/officeDocument/2006/relationships/customXml" Target="../ink/ink48.xml"/><Relationship Id="rId31" Type="http://schemas.openxmlformats.org/officeDocument/2006/relationships/image" Target="../media/image61.png"/><Relationship Id="rId44" Type="http://schemas.openxmlformats.org/officeDocument/2006/relationships/customXml" Target="../ink/ink65.xml"/><Relationship Id="rId52" Type="http://schemas.openxmlformats.org/officeDocument/2006/relationships/customXml" Target="../ink/ink69.xml"/><Relationship Id="rId60" Type="http://schemas.openxmlformats.org/officeDocument/2006/relationships/customXml" Target="../ink/ink73.xml"/><Relationship Id="rId65" Type="http://schemas.openxmlformats.org/officeDocument/2006/relationships/image" Target="../media/image78.png"/><Relationship Id="rId73" Type="http://schemas.openxmlformats.org/officeDocument/2006/relationships/image" Target="../media/image81.png"/><Relationship Id="rId78" Type="http://schemas.openxmlformats.org/officeDocument/2006/relationships/customXml" Target="../ink/ink82.xml"/><Relationship Id="rId81" Type="http://schemas.openxmlformats.org/officeDocument/2006/relationships/image" Target="../media/image85.png"/><Relationship Id="rId86" Type="http://schemas.openxmlformats.org/officeDocument/2006/relationships/customXml" Target="../ink/ink86.xml"/><Relationship Id="rId4" Type="http://schemas.openxmlformats.org/officeDocument/2006/relationships/customXml" Target="../ink/ink45.xml"/><Relationship Id="rId9" Type="http://schemas.openxmlformats.org/officeDocument/2006/relationships/image" Target="../media/image50.png"/><Relationship Id="rId13" Type="http://schemas.openxmlformats.org/officeDocument/2006/relationships/image" Target="../media/image52.png"/><Relationship Id="rId18" Type="http://schemas.openxmlformats.org/officeDocument/2006/relationships/customXml" Target="../ink/ink52.xml"/><Relationship Id="rId39" Type="http://schemas.openxmlformats.org/officeDocument/2006/relationships/image" Target="../media/image65.png"/><Relationship Id="rId34" Type="http://schemas.openxmlformats.org/officeDocument/2006/relationships/customXml" Target="../ink/ink60.xml"/><Relationship Id="rId50" Type="http://schemas.openxmlformats.org/officeDocument/2006/relationships/customXml" Target="../ink/ink68.xml"/><Relationship Id="rId55" Type="http://schemas.openxmlformats.org/officeDocument/2006/relationships/image" Target="../media/image73.png"/><Relationship Id="rId76" Type="http://schemas.openxmlformats.org/officeDocument/2006/relationships/customXml" Target="../ink/ink81.xml"/><Relationship Id="rId7" Type="http://schemas.openxmlformats.org/officeDocument/2006/relationships/image" Target="../media/image49.png"/><Relationship Id="rId71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29" Type="http://schemas.openxmlformats.org/officeDocument/2006/relationships/image" Target="../media/image60.png"/><Relationship Id="rId24" Type="http://schemas.openxmlformats.org/officeDocument/2006/relationships/customXml" Target="../ink/ink55.xml"/><Relationship Id="rId40" Type="http://schemas.openxmlformats.org/officeDocument/2006/relationships/customXml" Target="../ink/ink63.xml"/><Relationship Id="rId45" Type="http://schemas.openxmlformats.org/officeDocument/2006/relationships/image" Target="../media/image68.png"/><Relationship Id="rId66" Type="http://schemas.openxmlformats.org/officeDocument/2006/relationships/customXml" Target="../ink/ink76.xml"/><Relationship Id="rId87" Type="http://schemas.openxmlformats.org/officeDocument/2006/relationships/image" Target="../media/image88.png"/><Relationship Id="rId61" Type="http://schemas.openxmlformats.org/officeDocument/2006/relationships/image" Target="../media/image76.png"/><Relationship Id="rId82" Type="http://schemas.openxmlformats.org/officeDocument/2006/relationships/customXml" Target="../ink/ink84.xml"/><Relationship Id="rId19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89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92.xml"/><Relationship Id="rId3" Type="http://schemas.openxmlformats.org/officeDocument/2006/relationships/image" Target="../media/image2.jp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1.xml"/><Relationship Id="rId11" Type="http://schemas.openxmlformats.org/officeDocument/2006/relationships/image" Target="../media/image94.png"/><Relationship Id="rId5" Type="http://schemas.openxmlformats.org/officeDocument/2006/relationships/image" Target="../media/image91.png"/><Relationship Id="rId10" Type="http://schemas.openxmlformats.org/officeDocument/2006/relationships/customXml" Target="../ink/ink93.xml"/><Relationship Id="rId4" Type="http://schemas.openxmlformats.org/officeDocument/2006/relationships/customXml" Target="../ink/ink90.xml"/><Relationship Id="rId9" Type="http://schemas.openxmlformats.org/officeDocument/2006/relationships/image" Target="../media/image9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customXml" Target="../ink/ink99.xml"/><Relationship Id="rId3" Type="http://schemas.openxmlformats.org/officeDocument/2006/relationships/customXml" Target="../ink/ink94.xml"/><Relationship Id="rId7" Type="http://schemas.openxmlformats.org/officeDocument/2006/relationships/customXml" Target="../ink/ink96.xml"/><Relationship Id="rId12" Type="http://schemas.openxmlformats.org/officeDocument/2006/relationships/image" Target="../media/image100.png"/><Relationship Id="rId2" Type="http://schemas.openxmlformats.org/officeDocument/2006/relationships/image" Target="../media/image95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customXml" Target="../ink/ink98.xml"/><Relationship Id="rId5" Type="http://schemas.openxmlformats.org/officeDocument/2006/relationships/customXml" Target="../ink/ink95.xml"/><Relationship Id="rId15" Type="http://schemas.openxmlformats.org/officeDocument/2006/relationships/customXml" Target="../ink/ink100.xml"/><Relationship Id="rId10" Type="http://schemas.openxmlformats.org/officeDocument/2006/relationships/image" Target="../media/image99.png"/><Relationship Id="rId4" Type="http://schemas.openxmlformats.org/officeDocument/2006/relationships/image" Target="../media/image96.png"/><Relationship Id="rId9" Type="http://schemas.openxmlformats.org/officeDocument/2006/relationships/customXml" Target="../ink/ink97.xml"/><Relationship Id="rId14" Type="http://schemas.openxmlformats.org/officeDocument/2006/relationships/image" Target="../media/image10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0.png"/><Relationship Id="rId18" Type="http://schemas.openxmlformats.org/officeDocument/2006/relationships/customXml" Target="../ink/ink108.xml"/><Relationship Id="rId26" Type="http://schemas.openxmlformats.org/officeDocument/2006/relationships/customXml" Target="../ink/ink112.xml"/><Relationship Id="rId39" Type="http://schemas.openxmlformats.org/officeDocument/2006/relationships/image" Target="../media/image123.png"/><Relationship Id="rId21" Type="http://schemas.openxmlformats.org/officeDocument/2006/relationships/image" Target="../media/image114.png"/><Relationship Id="rId34" Type="http://schemas.openxmlformats.org/officeDocument/2006/relationships/customXml" Target="../ink/ink116.xml"/><Relationship Id="rId42" Type="http://schemas.openxmlformats.org/officeDocument/2006/relationships/customXml" Target="../ink/ink120.xml"/><Relationship Id="rId47" Type="http://schemas.openxmlformats.org/officeDocument/2006/relationships/customXml" Target="../ink/ink123.xml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16.xml"/><Relationship Id="rId16" Type="http://schemas.openxmlformats.org/officeDocument/2006/relationships/customXml" Target="../ink/ink107.xml"/><Relationship Id="rId29" Type="http://schemas.openxmlformats.org/officeDocument/2006/relationships/image" Target="../media/image118.png"/><Relationship Id="rId11" Type="http://schemas.openxmlformats.org/officeDocument/2006/relationships/image" Target="../media/image109.png"/><Relationship Id="rId24" Type="http://schemas.openxmlformats.org/officeDocument/2006/relationships/customXml" Target="../ink/ink111.xml"/><Relationship Id="rId32" Type="http://schemas.openxmlformats.org/officeDocument/2006/relationships/customXml" Target="../ink/ink115.xml"/><Relationship Id="rId37" Type="http://schemas.openxmlformats.org/officeDocument/2006/relationships/image" Target="../media/image122.png"/><Relationship Id="rId40" Type="http://schemas.openxmlformats.org/officeDocument/2006/relationships/customXml" Target="../ink/ink119.xml"/><Relationship Id="rId45" Type="http://schemas.openxmlformats.org/officeDocument/2006/relationships/image" Target="../media/image37.png"/><Relationship Id="rId5" Type="http://schemas.openxmlformats.org/officeDocument/2006/relationships/image" Target="../media/image106.png"/><Relationship Id="rId15" Type="http://schemas.openxmlformats.org/officeDocument/2006/relationships/image" Target="../media/image111.png"/><Relationship Id="rId23" Type="http://schemas.openxmlformats.org/officeDocument/2006/relationships/image" Target="../media/image115.png"/><Relationship Id="rId28" Type="http://schemas.openxmlformats.org/officeDocument/2006/relationships/customXml" Target="../ink/ink113.xml"/><Relationship Id="rId36" Type="http://schemas.openxmlformats.org/officeDocument/2006/relationships/customXml" Target="../ink/ink117.xml"/><Relationship Id="rId49" Type="http://schemas.openxmlformats.org/officeDocument/2006/relationships/customXml" Target="../ink/ink124.xml"/><Relationship Id="rId10" Type="http://schemas.openxmlformats.org/officeDocument/2006/relationships/customXml" Target="../ink/ink104.xml"/><Relationship Id="rId19" Type="http://schemas.openxmlformats.org/officeDocument/2006/relationships/image" Target="../media/image113.png"/><Relationship Id="rId31" Type="http://schemas.openxmlformats.org/officeDocument/2006/relationships/image" Target="../media/image119.png"/><Relationship Id="rId44" Type="http://schemas.openxmlformats.org/officeDocument/2006/relationships/customXml" Target="../ink/ink121.xml"/><Relationship Id="rId4" Type="http://schemas.openxmlformats.org/officeDocument/2006/relationships/customXml" Target="../ink/ink101.xml"/><Relationship Id="rId9" Type="http://schemas.openxmlformats.org/officeDocument/2006/relationships/image" Target="../media/image108.png"/><Relationship Id="rId14" Type="http://schemas.openxmlformats.org/officeDocument/2006/relationships/customXml" Target="../ink/ink106.xml"/><Relationship Id="rId22" Type="http://schemas.openxmlformats.org/officeDocument/2006/relationships/customXml" Target="../ink/ink110.xml"/><Relationship Id="rId27" Type="http://schemas.openxmlformats.org/officeDocument/2006/relationships/image" Target="../media/image117.png"/><Relationship Id="rId30" Type="http://schemas.openxmlformats.org/officeDocument/2006/relationships/customXml" Target="../ink/ink114.xml"/><Relationship Id="rId35" Type="http://schemas.openxmlformats.org/officeDocument/2006/relationships/image" Target="../media/image121.png"/><Relationship Id="rId43" Type="http://schemas.openxmlformats.org/officeDocument/2006/relationships/image" Target="../media/image125.png"/><Relationship Id="rId48" Type="http://schemas.openxmlformats.org/officeDocument/2006/relationships/image" Target="../media/image126.png"/><Relationship Id="rId8" Type="http://schemas.openxmlformats.org/officeDocument/2006/relationships/customXml" Target="../ink/ink103.xml"/><Relationship Id="rId3" Type="http://schemas.openxmlformats.org/officeDocument/2006/relationships/image" Target="../media/image2.jpg"/><Relationship Id="rId12" Type="http://schemas.openxmlformats.org/officeDocument/2006/relationships/customXml" Target="../ink/ink105.xml"/><Relationship Id="rId17" Type="http://schemas.openxmlformats.org/officeDocument/2006/relationships/image" Target="../media/image112.png"/><Relationship Id="rId25" Type="http://schemas.openxmlformats.org/officeDocument/2006/relationships/image" Target="../media/image116.png"/><Relationship Id="rId33" Type="http://schemas.openxmlformats.org/officeDocument/2006/relationships/image" Target="../media/image120.png"/><Relationship Id="rId38" Type="http://schemas.openxmlformats.org/officeDocument/2006/relationships/customXml" Target="../ink/ink118.xml"/><Relationship Id="rId46" Type="http://schemas.openxmlformats.org/officeDocument/2006/relationships/customXml" Target="../ink/ink122.xml"/><Relationship Id="rId20" Type="http://schemas.openxmlformats.org/officeDocument/2006/relationships/customXml" Target="../ink/ink109.xml"/><Relationship Id="rId41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29.xml"/><Relationship Id="rId18" Type="http://schemas.openxmlformats.org/officeDocument/2006/relationships/image" Target="../media/image134.png"/><Relationship Id="rId26" Type="http://schemas.openxmlformats.org/officeDocument/2006/relationships/image" Target="../media/image138.png"/><Relationship Id="rId3" Type="http://schemas.openxmlformats.org/officeDocument/2006/relationships/image" Target="../media/image2.jpg"/><Relationship Id="rId21" Type="http://schemas.openxmlformats.org/officeDocument/2006/relationships/customXml" Target="../ink/ink133.xml"/><Relationship Id="rId34" Type="http://schemas.openxmlformats.org/officeDocument/2006/relationships/image" Target="../media/image141.png"/><Relationship Id="rId7" Type="http://schemas.openxmlformats.org/officeDocument/2006/relationships/customXml" Target="../ink/ink126.xml"/><Relationship Id="rId12" Type="http://schemas.openxmlformats.org/officeDocument/2006/relationships/image" Target="../media/image131.png"/><Relationship Id="rId17" Type="http://schemas.openxmlformats.org/officeDocument/2006/relationships/customXml" Target="../ink/ink131.xml"/><Relationship Id="rId25" Type="http://schemas.openxmlformats.org/officeDocument/2006/relationships/customXml" Target="../ink/ink135.xml"/><Relationship Id="rId33" Type="http://schemas.openxmlformats.org/officeDocument/2006/relationships/customXml" Target="../ink/ink139.xml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33.png"/><Relationship Id="rId20" Type="http://schemas.openxmlformats.org/officeDocument/2006/relationships/image" Target="../media/image135.png"/><Relationship Id="rId29" Type="http://schemas.openxmlformats.org/officeDocument/2006/relationships/customXml" Target="../ink/ink1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11" Type="http://schemas.openxmlformats.org/officeDocument/2006/relationships/customXml" Target="../ink/ink128.xml"/><Relationship Id="rId24" Type="http://schemas.openxmlformats.org/officeDocument/2006/relationships/image" Target="../media/image137.png"/><Relationship Id="rId32" Type="http://schemas.openxmlformats.org/officeDocument/2006/relationships/image" Target="../media/image140.png"/><Relationship Id="rId5" Type="http://schemas.openxmlformats.org/officeDocument/2006/relationships/customXml" Target="../ink/ink125.xml"/><Relationship Id="rId15" Type="http://schemas.openxmlformats.org/officeDocument/2006/relationships/customXml" Target="../ink/ink130.xml"/><Relationship Id="rId23" Type="http://schemas.openxmlformats.org/officeDocument/2006/relationships/customXml" Target="../ink/ink134.xml"/><Relationship Id="rId28" Type="http://schemas.openxmlformats.org/officeDocument/2006/relationships/image" Target="../media/image139.png"/><Relationship Id="rId36" Type="http://schemas.openxmlformats.org/officeDocument/2006/relationships/image" Target="../media/image142.png"/><Relationship Id="rId10" Type="http://schemas.openxmlformats.org/officeDocument/2006/relationships/image" Target="../media/image130.png"/><Relationship Id="rId19" Type="http://schemas.openxmlformats.org/officeDocument/2006/relationships/customXml" Target="../ink/ink132.xml"/><Relationship Id="rId31" Type="http://schemas.openxmlformats.org/officeDocument/2006/relationships/customXml" Target="../ink/ink138.xml"/><Relationship Id="rId4" Type="http://schemas.openxmlformats.org/officeDocument/2006/relationships/image" Target="../media/image127.png"/><Relationship Id="rId9" Type="http://schemas.openxmlformats.org/officeDocument/2006/relationships/customXml" Target="../ink/ink127.xml"/><Relationship Id="rId14" Type="http://schemas.openxmlformats.org/officeDocument/2006/relationships/image" Target="../media/image132.png"/><Relationship Id="rId22" Type="http://schemas.openxmlformats.org/officeDocument/2006/relationships/image" Target="../media/image136.png"/><Relationship Id="rId27" Type="http://schemas.openxmlformats.org/officeDocument/2006/relationships/customXml" Target="../ink/ink136.xml"/><Relationship Id="rId30" Type="http://schemas.openxmlformats.org/officeDocument/2006/relationships/image" Target="../media/image37.png"/><Relationship Id="rId35" Type="http://schemas.openxmlformats.org/officeDocument/2006/relationships/customXml" Target="../ink/ink140.xml"/><Relationship Id="rId8" Type="http://schemas.openxmlformats.org/officeDocument/2006/relationships/image" Target="../media/image1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hyperlink" Target="https://medium.com/@vikashsinghy2k/beginners-guide-to-linear-regression-in-python-0fce3b1d1bf0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vikashsinghy2k/complete-guide-to-decision-tree-classification-in-python-with-code-examples-6f69f408f880" TargetMode="External"/><Relationship Id="rId5" Type="http://schemas.openxmlformats.org/officeDocument/2006/relationships/hyperlink" Target="https://medium.com/@vikashsinghy2k/how-the-davengers-solved-a-linear-programming-problem-using-python-8b01a2f9c2cd" TargetMode="External"/><Relationship Id="rId4" Type="http://schemas.openxmlformats.org/officeDocument/2006/relationships/hyperlink" Target="https://medium.com/@vikashsinghy2k/how-to-formulate-a-linear-programming-problem-the-davengers-way-cfb2b3f02a94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16264" y="2224253"/>
            <a:ext cx="259675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Session Name: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416264" y="2624363"/>
            <a:ext cx="6060736" cy="236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Decision-Making &amp; Techniques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Delivered By:</a:t>
            </a:r>
            <a:r>
              <a:rPr lang="en-US" sz="2000" b="1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Vikash Singh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63a3d2feb_0_0"/>
          <p:cNvSpPr txBox="1"/>
          <p:nvPr/>
        </p:nvSpPr>
        <p:spPr>
          <a:xfrm>
            <a:off x="864833" y="1739700"/>
            <a:ext cx="8075100" cy="5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32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By the end of this session, you will be able to:</a:t>
            </a:r>
            <a:endParaRPr sz="3200" b="1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8" name="Google Shape;108;g3263a3d2feb_0_0"/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Learning Objectives</a:t>
            </a:r>
            <a:endParaRPr sz="2800" b="1">
              <a:solidFill>
                <a:schemeClr val="lt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F302FA7-CA95-52A2-3C2D-AF70EA593C85}"/>
              </a:ext>
            </a:extLst>
          </p:cNvPr>
          <p:cNvSpPr txBox="1">
            <a:spLocks/>
          </p:cNvSpPr>
          <p:nvPr/>
        </p:nvSpPr>
        <p:spPr>
          <a:xfrm>
            <a:off x="710333" y="2310900"/>
            <a:ext cx="8229600" cy="202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Understand group decision-making</a:t>
            </a:r>
          </a:p>
          <a:p>
            <a:r>
              <a:rPr lang="en-US" dirty="0"/>
              <a:t>Apply quantitative and statistical models</a:t>
            </a:r>
          </a:p>
          <a:p>
            <a:r>
              <a:rPr lang="en-US" dirty="0"/>
              <a:t>Learn forecasting techniques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>
          <a:extLst>
            <a:ext uri="{FF2B5EF4-FFF2-40B4-BE49-F238E27FC236}">
              <a16:creationId xmlns:a16="http://schemas.microsoft.com/office/drawing/2014/main" id="{1BCCFBCD-CBA5-37BD-DDCA-5714A870C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63a3d2feb_0_0">
            <a:extLst>
              <a:ext uri="{FF2B5EF4-FFF2-40B4-BE49-F238E27FC236}">
                <a16:creationId xmlns:a16="http://schemas.microsoft.com/office/drawing/2014/main" id="{8829EA92-6A83-F42D-F96B-44EBFC3431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Introduction to Group Decision-Making</a:t>
            </a:r>
            <a:endParaRPr lang="en-US" sz="2800" b="1" dirty="0">
              <a:solidFill>
                <a:schemeClr val="lt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6795E1-A350-323A-6B32-6937A9D514DD}"/>
              </a:ext>
            </a:extLst>
          </p:cNvPr>
          <p:cNvSpPr txBox="1">
            <a:spLocks/>
          </p:cNvSpPr>
          <p:nvPr/>
        </p:nvSpPr>
        <p:spPr>
          <a:xfrm>
            <a:off x="239484" y="1342332"/>
            <a:ext cx="11484429" cy="216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457200"/>
            <a:r>
              <a:rPr lang="en-US" dirty="0"/>
              <a:t>A process where </a:t>
            </a:r>
            <a:r>
              <a:rPr lang="en-US" b="1" dirty="0"/>
              <a:t>two or more people</a:t>
            </a:r>
            <a:r>
              <a:rPr lang="en-US" dirty="0"/>
              <a:t> collectively make a choice.</a:t>
            </a:r>
          </a:p>
          <a:p>
            <a:pPr indent="-457200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457200"/>
            <a:r>
              <a:rPr lang="en-US" dirty="0"/>
              <a:t>Common in businesses for complex, strategic decisions.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28C9DA6-FBE8-3F5D-BF36-AF6CC447F716}"/>
                  </a:ext>
                </a:extLst>
              </p14:cNvPr>
              <p14:cNvContentPartPr/>
              <p14:nvPr/>
            </p14:nvContentPartPr>
            <p14:xfrm>
              <a:off x="4983770" y="4493028"/>
              <a:ext cx="591480" cy="424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28C9DA6-FBE8-3F5D-BF36-AF6CC447F7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77650" y="4486908"/>
                <a:ext cx="60372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73BB847-7896-A563-B477-16C4835ED859}"/>
                  </a:ext>
                </a:extLst>
              </p14:cNvPr>
              <p14:cNvContentPartPr/>
              <p14:nvPr/>
            </p14:nvContentPartPr>
            <p14:xfrm>
              <a:off x="5868650" y="4503108"/>
              <a:ext cx="228240" cy="411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73BB847-7896-A563-B477-16C4835ED85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62530" y="4496988"/>
                <a:ext cx="24048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0D5939B-45AF-EC77-E069-EA61D4B63814}"/>
                  </a:ext>
                </a:extLst>
              </p14:cNvPr>
              <p14:cNvContentPartPr/>
              <p14:nvPr/>
            </p14:nvContentPartPr>
            <p14:xfrm>
              <a:off x="5957930" y="4649988"/>
              <a:ext cx="337320" cy="79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0D5939B-45AF-EC77-E069-EA61D4B6381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51810" y="4643868"/>
                <a:ext cx="34956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E88701C-E163-11C4-99A7-42F238345392}"/>
                  </a:ext>
                </a:extLst>
              </p14:cNvPr>
              <p14:cNvContentPartPr/>
              <p14:nvPr/>
            </p14:nvContentPartPr>
            <p14:xfrm>
              <a:off x="5978090" y="4472508"/>
              <a:ext cx="495360" cy="30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E88701C-E163-11C4-99A7-42F23834539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71970" y="4466388"/>
                <a:ext cx="5076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4DE4776-4314-CB59-83CD-7BF78D3681CC}"/>
                  </a:ext>
                </a:extLst>
              </p14:cNvPr>
              <p14:cNvContentPartPr/>
              <p14:nvPr/>
            </p14:nvContentPartPr>
            <p14:xfrm>
              <a:off x="6486050" y="4334268"/>
              <a:ext cx="689040" cy="700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4DE4776-4314-CB59-83CD-7BF78D3681C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79930" y="4328148"/>
                <a:ext cx="701280" cy="71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FC92DF1-89F7-5ACC-FB7B-CB027DA6646A}"/>
                  </a:ext>
                </a:extLst>
              </p14:cNvPr>
              <p14:cNvContentPartPr/>
              <p14:nvPr/>
            </p14:nvContentPartPr>
            <p14:xfrm>
              <a:off x="2948330" y="5132028"/>
              <a:ext cx="2607480" cy="662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FC92DF1-89F7-5ACC-FB7B-CB027DA6646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42210" y="5125908"/>
                <a:ext cx="2619720" cy="67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4CB5D0E-68DB-A6DB-6523-9180AB28C7AC}"/>
                  </a:ext>
                </a:extLst>
              </p14:cNvPr>
              <p14:cNvContentPartPr/>
              <p14:nvPr/>
            </p14:nvContentPartPr>
            <p14:xfrm>
              <a:off x="5545010" y="5099268"/>
              <a:ext cx="3306600" cy="7326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4CB5D0E-68DB-A6DB-6523-9180AB28C7A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38890" y="5093148"/>
                <a:ext cx="3318840" cy="74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C2684DE-91AC-C62A-6FF1-E3D50FE8731F}"/>
                  </a:ext>
                </a:extLst>
              </p14:cNvPr>
              <p14:cNvContentPartPr/>
              <p14:nvPr/>
            </p14:nvContentPartPr>
            <p14:xfrm>
              <a:off x="5673170" y="5250108"/>
              <a:ext cx="30600" cy="424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C2684DE-91AC-C62A-6FF1-E3D50FE8731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67050" y="5243988"/>
                <a:ext cx="4284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551DC07-3920-758D-05C0-318BDC58AA30}"/>
                  </a:ext>
                </a:extLst>
              </p14:cNvPr>
              <p14:cNvContentPartPr/>
              <p14:nvPr/>
            </p14:nvContentPartPr>
            <p14:xfrm>
              <a:off x="5466170" y="5603988"/>
              <a:ext cx="384840" cy="522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551DC07-3920-758D-05C0-318BDC58AA3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460050" y="5597868"/>
                <a:ext cx="397080" cy="53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573DB996-722E-9DE7-6FE3-8467F97CADF4}"/>
              </a:ext>
            </a:extLst>
          </p:cNvPr>
          <p:cNvGrpSpPr/>
          <p:nvPr/>
        </p:nvGrpSpPr>
        <p:grpSpPr>
          <a:xfrm>
            <a:off x="9124130" y="5494188"/>
            <a:ext cx="1573560" cy="649440"/>
            <a:chOff x="9124130" y="5494188"/>
            <a:chExt cx="1573560" cy="64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B5172A1-AD06-8FE3-8ACC-D6C34ADAC0E8}"/>
                    </a:ext>
                  </a:extLst>
                </p14:cNvPr>
                <p14:cNvContentPartPr/>
                <p14:nvPr/>
              </p14:nvContentPartPr>
              <p14:xfrm>
                <a:off x="9310970" y="5653308"/>
                <a:ext cx="360" cy="490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B5172A1-AD06-8FE3-8ACC-D6C34ADAC0E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304850" y="5647188"/>
                  <a:ext cx="1260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7A7848C-04FE-8A05-967C-3AA2BEE0B489}"/>
                    </a:ext>
                  </a:extLst>
                </p14:cNvPr>
                <p14:cNvContentPartPr/>
                <p14:nvPr/>
              </p14:nvContentPartPr>
              <p14:xfrm>
                <a:off x="9124130" y="5631708"/>
                <a:ext cx="589680" cy="130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7A7848C-04FE-8A05-967C-3AA2BEE0B48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118010" y="5625588"/>
                  <a:ext cx="6019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92109B3-1E98-6671-F5C0-4E415E65D90F}"/>
                    </a:ext>
                  </a:extLst>
                </p14:cNvPr>
                <p14:cNvContentPartPr/>
                <p14:nvPr/>
              </p14:nvContentPartPr>
              <p14:xfrm>
                <a:off x="9143570" y="6064068"/>
                <a:ext cx="711360" cy="71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92109B3-1E98-6671-F5C0-4E415E65D90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37450" y="6057948"/>
                  <a:ext cx="7236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8101A54-D174-1719-D0FB-250CE286A82B}"/>
                    </a:ext>
                  </a:extLst>
                </p14:cNvPr>
                <p14:cNvContentPartPr/>
                <p14:nvPr/>
              </p14:nvContentPartPr>
              <p14:xfrm>
                <a:off x="10107650" y="5565108"/>
                <a:ext cx="10080" cy="559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8101A54-D174-1719-D0FB-250CE286A82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01530" y="5558988"/>
                  <a:ext cx="2232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8797391-9207-BBB5-C623-8535134BCFDF}"/>
                    </a:ext>
                  </a:extLst>
                </p14:cNvPr>
                <p14:cNvContentPartPr/>
                <p14:nvPr/>
              </p14:nvContentPartPr>
              <p14:xfrm>
                <a:off x="9949970" y="5494188"/>
                <a:ext cx="747720" cy="100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8797391-9207-BBB5-C623-8535134BCFD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943850" y="5488068"/>
                  <a:ext cx="75996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DDDA5E9-23CD-E5FB-F90E-13147B64E089}"/>
              </a:ext>
            </a:extLst>
          </p:cNvPr>
          <p:cNvGrpSpPr/>
          <p:nvPr/>
        </p:nvGrpSpPr>
        <p:grpSpPr>
          <a:xfrm>
            <a:off x="3499850" y="2969148"/>
            <a:ext cx="5104800" cy="1169280"/>
            <a:chOff x="3499850" y="2969148"/>
            <a:chExt cx="5104800" cy="116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876EB1B-646A-077E-7320-AD8912686335}"/>
                    </a:ext>
                  </a:extLst>
                </p14:cNvPr>
                <p14:cNvContentPartPr/>
                <p14:nvPr/>
              </p14:nvContentPartPr>
              <p14:xfrm>
                <a:off x="3499850" y="2969148"/>
                <a:ext cx="5104800" cy="1169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876EB1B-646A-077E-7320-AD891268633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93730" y="2963028"/>
                  <a:ext cx="5117040" cy="11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51EA890-26FE-245F-9841-654E3BE85B3C}"/>
                    </a:ext>
                  </a:extLst>
                </p14:cNvPr>
                <p14:cNvContentPartPr/>
                <p14:nvPr/>
              </p14:nvContentPartPr>
              <p14:xfrm>
                <a:off x="3942650" y="3056268"/>
                <a:ext cx="931320" cy="792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51EA890-26FE-245F-9841-654E3BE85B3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36530" y="3050148"/>
                  <a:ext cx="943560" cy="80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E4BCBA3-3ED7-3FC5-CCE3-8E0A52337E70}"/>
                    </a:ext>
                  </a:extLst>
                </p14:cNvPr>
                <p14:cNvContentPartPr/>
                <p14:nvPr/>
              </p14:nvContentPartPr>
              <p14:xfrm>
                <a:off x="5379770" y="3273708"/>
                <a:ext cx="491040" cy="386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E4BCBA3-3ED7-3FC5-CCE3-8E0A52337E7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73650" y="3267588"/>
                  <a:ext cx="50328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E45C7C8-D084-8897-AD24-90106C718D2B}"/>
                    </a:ext>
                  </a:extLst>
                </p14:cNvPr>
                <p14:cNvContentPartPr/>
                <p14:nvPr/>
              </p14:nvContentPartPr>
              <p14:xfrm>
                <a:off x="6547970" y="3097308"/>
                <a:ext cx="150840" cy="527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E45C7C8-D084-8897-AD24-90106C718D2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41850" y="3091188"/>
                  <a:ext cx="16308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7642962-0796-84C4-D1A3-9D2F3C0BF5EF}"/>
                    </a:ext>
                  </a:extLst>
                </p14:cNvPr>
                <p14:cNvContentPartPr/>
                <p14:nvPr/>
              </p14:nvContentPartPr>
              <p14:xfrm>
                <a:off x="6313970" y="3005868"/>
                <a:ext cx="1199160" cy="802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7642962-0796-84C4-D1A3-9D2F3C0BF5E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07850" y="2999748"/>
                  <a:ext cx="1211400" cy="81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14403A5-48ED-7B7C-F858-7D935A6E08B6}"/>
              </a:ext>
            </a:extLst>
          </p:cNvPr>
          <p:cNvGrpSpPr/>
          <p:nvPr/>
        </p:nvGrpSpPr>
        <p:grpSpPr>
          <a:xfrm>
            <a:off x="8957090" y="2536428"/>
            <a:ext cx="2655000" cy="1299960"/>
            <a:chOff x="8957090" y="2536428"/>
            <a:chExt cx="2655000" cy="129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D8C0A11-5D16-7754-CB48-F727302B32D2}"/>
                    </a:ext>
                  </a:extLst>
                </p14:cNvPr>
                <p14:cNvContentPartPr/>
                <p14:nvPr/>
              </p14:nvContentPartPr>
              <p14:xfrm>
                <a:off x="8957090" y="3026388"/>
                <a:ext cx="551880" cy="673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D8C0A11-5D16-7754-CB48-F727302B32D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50970" y="3020268"/>
                  <a:ext cx="564120" cy="68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B98EBFE-6971-2873-81D0-4F11214C6EFF}"/>
                    </a:ext>
                  </a:extLst>
                </p14:cNvPr>
                <p14:cNvContentPartPr/>
                <p14:nvPr/>
              </p14:nvContentPartPr>
              <p14:xfrm>
                <a:off x="9261650" y="3400428"/>
                <a:ext cx="462960" cy="70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B98EBFE-6971-2873-81D0-4F11214C6EF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255530" y="3394308"/>
                  <a:ext cx="4752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0E83D19-7500-982E-68B0-58FF424442B7}"/>
                    </a:ext>
                  </a:extLst>
                </p14:cNvPr>
                <p14:cNvContentPartPr/>
                <p14:nvPr/>
              </p14:nvContentPartPr>
              <p14:xfrm>
                <a:off x="10108730" y="2536428"/>
                <a:ext cx="362880" cy="1299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0E83D19-7500-982E-68B0-58FF424442B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102610" y="2530308"/>
                  <a:ext cx="375120" cy="13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8375D42-5792-CCF1-7BB5-A3739E6F79EA}"/>
                    </a:ext>
                  </a:extLst>
                </p14:cNvPr>
                <p14:cNvContentPartPr/>
                <p14:nvPr/>
              </p14:nvContentPartPr>
              <p14:xfrm>
                <a:off x="10687250" y="2939628"/>
                <a:ext cx="108720" cy="492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8375D42-5792-CCF1-7BB5-A3739E6F79E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681130" y="2933508"/>
                  <a:ext cx="12096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81F64EE-A971-31DB-FF36-CC8F3A11AA3B}"/>
                    </a:ext>
                  </a:extLst>
                </p14:cNvPr>
                <p14:cNvContentPartPr/>
                <p14:nvPr/>
              </p14:nvContentPartPr>
              <p14:xfrm>
                <a:off x="10662770" y="3087228"/>
                <a:ext cx="457560" cy="590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81F64EE-A971-31DB-FF36-CC8F3A11AA3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656650" y="3081108"/>
                  <a:ext cx="46980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32A7B7D-99AD-1448-A421-33807BD83392}"/>
                    </a:ext>
                  </a:extLst>
                </p14:cNvPr>
                <p14:cNvContentPartPr/>
                <p14:nvPr/>
              </p14:nvContentPartPr>
              <p14:xfrm>
                <a:off x="11051570" y="3076428"/>
                <a:ext cx="560520" cy="40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32A7B7D-99AD-1448-A421-33807BD8339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045450" y="3070308"/>
                  <a:ext cx="57276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1D4FE0C-64EA-4311-0752-949B340BA9C4}"/>
              </a:ext>
            </a:extLst>
          </p:cNvPr>
          <p:cNvGrpSpPr/>
          <p:nvPr/>
        </p:nvGrpSpPr>
        <p:grpSpPr>
          <a:xfrm>
            <a:off x="1494650" y="4728468"/>
            <a:ext cx="2498040" cy="1829160"/>
            <a:chOff x="1494650" y="4728468"/>
            <a:chExt cx="2498040" cy="182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2B16E38-9E8B-9E97-4C48-22B922EFD3D1}"/>
                    </a:ext>
                  </a:extLst>
                </p14:cNvPr>
                <p14:cNvContentPartPr/>
                <p14:nvPr/>
              </p14:nvContentPartPr>
              <p14:xfrm>
                <a:off x="2448290" y="5869668"/>
                <a:ext cx="266040" cy="223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2B16E38-9E8B-9E97-4C48-22B922EFD3D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42170" y="5863548"/>
                  <a:ext cx="2782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6BDF3EB-7DB6-6AAC-AF8E-FA91DABD26B9}"/>
                    </a:ext>
                  </a:extLst>
                </p14:cNvPr>
                <p14:cNvContentPartPr/>
                <p14:nvPr/>
              </p14:nvContentPartPr>
              <p14:xfrm>
                <a:off x="2919170" y="5800188"/>
                <a:ext cx="330480" cy="241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6BDF3EB-7DB6-6AAC-AF8E-FA91DABD26B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913050" y="5794068"/>
                  <a:ext cx="3427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2CEABAB-28D0-C169-BF7A-93F2E92A81C6}"/>
                    </a:ext>
                  </a:extLst>
                </p14:cNvPr>
                <p14:cNvContentPartPr/>
                <p14:nvPr/>
              </p14:nvContentPartPr>
              <p14:xfrm>
                <a:off x="1570970" y="6155148"/>
                <a:ext cx="1368000" cy="402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2CEABAB-28D0-C169-BF7A-93F2E92A81C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64850" y="6149028"/>
                  <a:ext cx="138024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71A75EA-8ABE-98F5-EDDA-8E1ADD05A198}"/>
                    </a:ext>
                  </a:extLst>
                </p14:cNvPr>
                <p14:cNvContentPartPr/>
                <p14:nvPr/>
              </p14:nvContentPartPr>
              <p14:xfrm>
                <a:off x="2998730" y="6271428"/>
                <a:ext cx="993960" cy="246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71A75EA-8ABE-98F5-EDDA-8E1ADD05A19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92610" y="6265308"/>
                  <a:ext cx="10062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973333B-504E-9981-C54B-628DEA4C09BC}"/>
                    </a:ext>
                  </a:extLst>
                </p14:cNvPr>
                <p14:cNvContentPartPr/>
                <p14:nvPr/>
              </p14:nvContentPartPr>
              <p14:xfrm>
                <a:off x="1494650" y="4728468"/>
                <a:ext cx="1819800" cy="1011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973333B-504E-9981-C54B-628DEA4C09B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488530" y="4722348"/>
                  <a:ext cx="1832040" cy="102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1A056CF-35A3-E531-6736-CD65B5AA55B9}"/>
                  </a:ext>
                </a:extLst>
              </p14:cNvPr>
              <p14:cNvContentPartPr/>
              <p14:nvPr/>
            </p14:nvContentPartPr>
            <p14:xfrm>
              <a:off x="786530" y="2192268"/>
              <a:ext cx="7443360" cy="792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1A056CF-35A3-E531-6736-CD65B5AA55B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80410" y="2185788"/>
                <a:ext cx="7455600" cy="9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1288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>
          <a:extLst>
            <a:ext uri="{FF2B5EF4-FFF2-40B4-BE49-F238E27FC236}">
              <a16:creationId xmlns:a16="http://schemas.microsoft.com/office/drawing/2014/main" id="{778D7F09-22F3-BF48-E264-650BBDFE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63a3d2feb_0_0">
            <a:extLst>
              <a:ext uri="{FF2B5EF4-FFF2-40B4-BE49-F238E27FC236}">
                <a16:creationId xmlns:a16="http://schemas.microsoft.com/office/drawing/2014/main" id="{55FB466E-F9CE-0A58-699B-4BB836D880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Advantages of Group Decision-Making</a:t>
            </a:r>
            <a:endParaRPr lang="en-US" sz="2800" b="1" dirty="0">
              <a:solidFill>
                <a:schemeClr val="l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502A0E-B0D4-50BA-18E3-0B3195309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86" y="1636619"/>
            <a:ext cx="10577316" cy="459000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53B9D60-E5D4-8494-F4CA-E9E2DC002DCC}"/>
              </a:ext>
            </a:extLst>
          </p:cNvPr>
          <p:cNvGrpSpPr/>
          <p:nvPr/>
        </p:nvGrpSpPr>
        <p:grpSpPr>
          <a:xfrm>
            <a:off x="8750810" y="2182548"/>
            <a:ext cx="904320" cy="650880"/>
            <a:chOff x="8750810" y="2182548"/>
            <a:chExt cx="904320" cy="65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F644F13-F456-F659-01B4-E7B33239CD92}"/>
                    </a:ext>
                  </a:extLst>
                </p14:cNvPr>
                <p14:cNvContentPartPr/>
                <p14:nvPr/>
              </p14:nvContentPartPr>
              <p14:xfrm>
                <a:off x="8750810" y="2182548"/>
                <a:ext cx="893520" cy="496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F644F13-F456-F659-01B4-E7B33239CD9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744690" y="2176428"/>
                  <a:ext cx="90576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200266C-7362-B2A3-19BF-729AA507B49F}"/>
                    </a:ext>
                  </a:extLst>
                </p14:cNvPr>
                <p14:cNvContentPartPr/>
                <p14:nvPr/>
              </p14:nvContentPartPr>
              <p14:xfrm>
                <a:off x="8969690" y="2202348"/>
                <a:ext cx="685440" cy="631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200266C-7362-B2A3-19BF-729AA507B49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963570" y="2196228"/>
                  <a:ext cx="697680" cy="64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6A478D5-6203-134C-02D0-DDFB37CF427B}"/>
                  </a:ext>
                </a:extLst>
              </p14:cNvPr>
              <p14:cNvContentPartPr/>
              <p14:nvPr/>
            </p14:nvContentPartPr>
            <p14:xfrm>
              <a:off x="796250" y="3047988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6A478D5-6203-134C-02D0-DDFB37CF427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0130" y="304186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9157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</a:rPr>
              <a:t>Disadvantages of Group Decision-Making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ED85BD2A-4FBD-2A2E-2098-73D6B7FC0E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3853238"/>
              </p:ext>
            </p:extLst>
          </p:nvPr>
        </p:nvGraphicFramePr>
        <p:xfrm>
          <a:off x="628649" y="1404257"/>
          <a:ext cx="8689521" cy="4747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59D317C7-D1CB-75B9-B145-3AA7B26A4FAA}"/>
              </a:ext>
            </a:extLst>
          </p:cNvPr>
          <p:cNvGrpSpPr/>
          <p:nvPr/>
        </p:nvGrpSpPr>
        <p:grpSpPr>
          <a:xfrm>
            <a:off x="3512450" y="1060428"/>
            <a:ext cx="841680" cy="484200"/>
            <a:chOff x="3512450" y="1060428"/>
            <a:chExt cx="841680" cy="48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E288D81-31D4-BD1E-9EE3-672E16C1D856}"/>
                    </a:ext>
                  </a:extLst>
                </p14:cNvPr>
                <p14:cNvContentPartPr/>
                <p14:nvPr/>
              </p14:nvContentPartPr>
              <p14:xfrm>
                <a:off x="3512450" y="1119828"/>
                <a:ext cx="546840" cy="4248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E288D81-31D4-BD1E-9EE3-672E16C1D85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506330" y="1113708"/>
                  <a:ext cx="55908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C7AB5AE-E44A-B80F-5735-A2733B0A5D89}"/>
                    </a:ext>
                  </a:extLst>
                </p14:cNvPr>
                <p14:cNvContentPartPr/>
                <p14:nvPr/>
              </p14:nvContentPartPr>
              <p14:xfrm>
                <a:off x="4040930" y="1060428"/>
                <a:ext cx="313200" cy="355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C7AB5AE-E44A-B80F-5735-A2733B0A5D8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034810" y="1054308"/>
                  <a:ext cx="325440" cy="36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1721860-E5EA-8530-093A-2A276D1E3E2B}"/>
                  </a:ext>
                </a:extLst>
              </p14:cNvPr>
              <p14:cNvContentPartPr/>
              <p14:nvPr/>
            </p14:nvContentPartPr>
            <p14:xfrm>
              <a:off x="4782890" y="855228"/>
              <a:ext cx="261360" cy="1472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1721860-E5EA-8530-093A-2A276D1E3E2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776770" y="849108"/>
                <a:ext cx="273600" cy="148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216E0A2B-5371-E296-0DFB-2F457678E962}"/>
              </a:ext>
            </a:extLst>
          </p:cNvPr>
          <p:cNvGrpSpPr/>
          <p:nvPr/>
        </p:nvGrpSpPr>
        <p:grpSpPr>
          <a:xfrm>
            <a:off x="5475530" y="1061868"/>
            <a:ext cx="636840" cy="822960"/>
            <a:chOff x="5475530" y="1061868"/>
            <a:chExt cx="636840" cy="82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8A6CC08-CF54-49DD-49CE-7A7823E54E11}"/>
                    </a:ext>
                  </a:extLst>
                </p14:cNvPr>
                <p14:cNvContentPartPr/>
                <p14:nvPr/>
              </p14:nvContentPartPr>
              <p14:xfrm>
                <a:off x="5475530" y="1061868"/>
                <a:ext cx="207720" cy="822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A6CC08-CF54-49DD-49CE-7A7823E54E1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469410" y="1055748"/>
                  <a:ext cx="219960" cy="83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B33B7B2-9949-A487-0271-1E03D8580958}"/>
                    </a:ext>
                  </a:extLst>
                </p14:cNvPr>
                <p14:cNvContentPartPr/>
                <p14:nvPr/>
              </p14:nvContentPartPr>
              <p14:xfrm>
                <a:off x="5909330" y="1112268"/>
                <a:ext cx="203040" cy="389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B33B7B2-9949-A487-0271-1E03D858095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03210" y="1106148"/>
                  <a:ext cx="215280" cy="40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B7314FF-DEA3-6059-42DE-B64B103731B6}"/>
                  </a:ext>
                </a:extLst>
              </p14:cNvPr>
              <p14:cNvContentPartPr/>
              <p14:nvPr/>
            </p14:nvContentPartPr>
            <p14:xfrm>
              <a:off x="3657170" y="2870148"/>
              <a:ext cx="1327680" cy="5994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B7314FF-DEA3-6059-42DE-B64B103731B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51050" y="2864028"/>
                <a:ext cx="1339920" cy="6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C9BC532-A2F3-F28A-FDAB-E611A5EC9374}"/>
                  </a:ext>
                </a:extLst>
              </p14:cNvPr>
              <p14:cNvContentPartPr/>
              <p14:nvPr/>
            </p14:nvContentPartPr>
            <p14:xfrm>
              <a:off x="4050650" y="3944388"/>
              <a:ext cx="1650960" cy="5306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C9BC532-A2F3-F28A-FDAB-E611A5EC937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044530" y="3938268"/>
                <a:ext cx="1663200" cy="54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CAD9DD0-01AE-A21A-606C-5AC4E944890A}"/>
                  </a:ext>
                </a:extLst>
              </p14:cNvPr>
              <p14:cNvContentPartPr/>
              <p14:nvPr/>
            </p14:nvContentPartPr>
            <p14:xfrm>
              <a:off x="5338730" y="5102508"/>
              <a:ext cx="1264320" cy="524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CAD9DD0-01AE-A21A-606C-5AC4E944890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332610" y="5096388"/>
                <a:ext cx="1276560" cy="53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40DDFA1-BE70-748E-6CE2-4FDB98617156}"/>
                  </a:ext>
                </a:extLst>
              </p14:cNvPr>
              <p14:cNvContentPartPr/>
              <p14:nvPr/>
            </p14:nvContentPartPr>
            <p14:xfrm>
              <a:off x="10490690" y="4021068"/>
              <a:ext cx="36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40DDFA1-BE70-748E-6CE2-4FDB9861715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484570" y="401494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53B8E1D-3CA3-D1D1-80A2-D92FFD136FC8}"/>
                  </a:ext>
                </a:extLst>
              </p14:cNvPr>
              <p14:cNvContentPartPr/>
              <p14:nvPr/>
            </p14:nvContentPartPr>
            <p14:xfrm>
              <a:off x="10795610" y="3568908"/>
              <a:ext cx="36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53B8E1D-3CA3-D1D1-80A2-D92FFD136FC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789490" y="356278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>
          <a:extLst>
            <a:ext uri="{FF2B5EF4-FFF2-40B4-BE49-F238E27FC236}">
              <a16:creationId xmlns:a16="http://schemas.microsoft.com/office/drawing/2014/main" id="{8CF9B085-9230-0B84-66EE-FA29FB65E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89F0F0C3-D718-E1C5-0DDC-4AD2275035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</a:rPr>
              <a:t>Forms of Group Decision-Making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9CE210-7A6E-9501-45FD-2F1544DBE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629" y="1179381"/>
            <a:ext cx="8766825" cy="499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109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>
          <a:extLst>
            <a:ext uri="{FF2B5EF4-FFF2-40B4-BE49-F238E27FC236}">
              <a16:creationId xmlns:a16="http://schemas.microsoft.com/office/drawing/2014/main" id="{7098950C-A313-653A-1993-828CCE7DB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4BC11509-FF7D-00D6-B2C9-23D72AC951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</a:rPr>
              <a:t>Forms of Group Decision-Making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822E2FF-8AD8-2015-6513-5981F8BDF4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518815"/>
              </p:ext>
            </p:extLst>
          </p:nvPr>
        </p:nvGraphicFramePr>
        <p:xfrm>
          <a:off x="838199" y="2024743"/>
          <a:ext cx="10116105" cy="3930060"/>
        </p:xfrm>
        <a:graphic>
          <a:graphicData uri="http://schemas.openxmlformats.org/drawingml/2006/table">
            <a:tbl>
              <a:tblPr/>
              <a:tblGrid>
                <a:gridCol w="4040178">
                  <a:extLst>
                    <a:ext uri="{9D8B030D-6E8A-4147-A177-3AD203B41FA5}">
                      <a16:colId xmlns:a16="http://schemas.microsoft.com/office/drawing/2014/main" val="4200027840"/>
                    </a:ext>
                  </a:extLst>
                </a:gridCol>
                <a:gridCol w="6075927">
                  <a:extLst>
                    <a:ext uri="{9D8B030D-6E8A-4147-A177-3AD203B41FA5}">
                      <a16:colId xmlns:a16="http://schemas.microsoft.com/office/drawing/2014/main" val="2944174802"/>
                    </a:ext>
                  </a:extLst>
                </a:gridCol>
              </a:tblGrid>
              <a:tr h="547710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rgbClr val="002060"/>
                          </a:solidFill>
                          <a:highlight>
                            <a:srgbClr val="FFFF00"/>
                          </a:highlight>
                        </a:rPr>
                        <a:t>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2060"/>
                          </a:solidFill>
                          <a:highlight>
                            <a:srgbClr val="FFFF00"/>
                          </a:highlight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039519"/>
                  </a:ext>
                </a:extLst>
              </a:tr>
              <a:tr h="547710">
                <a:tc>
                  <a:txBody>
                    <a:bodyPr/>
                    <a:lstStyle/>
                    <a:p>
                      <a:r>
                        <a:rPr lang="en-US" sz="2800"/>
                        <a:t>Brainstorming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Generating many ideas without criticism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159692"/>
                  </a:ext>
                </a:extLst>
              </a:tr>
              <a:tr h="547710">
                <a:tc>
                  <a:txBody>
                    <a:bodyPr/>
                    <a:lstStyle/>
                    <a:p>
                      <a:r>
                        <a:rPr lang="en-US" sz="2800" dirty="0"/>
                        <a:t>Delphi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Anonymous experts give opinions iteratively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662864"/>
                  </a:ext>
                </a:extLst>
              </a:tr>
              <a:tr h="547710">
                <a:tc>
                  <a:txBody>
                    <a:bodyPr/>
                    <a:lstStyle/>
                    <a:p>
                      <a:r>
                        <a:rPr lang="en-US" sz="2800"/>
                        <a:t>Nominal 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Structured meeting to rank ideas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479896"/>
                  </a:ext>
                </a:extLst>
              </a:tr>
              <a:tr h="547710">
                <a:tc>
                  <a:txBody>
                    <a:bodyPr/>
                    <a:lstStyle/>
                    <a:p>
                      <a:r>
                        <a:rPr lang="en-US" sz="2800"/>
                        <a:t>Consensus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General agreement among all members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34233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2BAFF64-2374-F4AD-00BE-466A92F42B32}"/>
                  </a:ext>
                </a:extLst>
              </p14:cNvPr>
              <p14:cNvContentPartPr/>
              <p14:nvPr/>
            </p14:nvContentPartPr>
            <p14:xfrm>
              <a:off x="383330" y="2711388"/>
              <a:ext cx="1979640" cy="660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2BAFF64-2374-F4AD-00BE-466A92F42B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7210" y="2705268"/>
                <a:ext cx="1991880" cy="67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4E6745B-B619-F460-DA29-0BEBBBE45BCC}"/>
                  </a:ext>
                </a:extLst>
              </p14:cNvPr>
              <p14:cNvContentPartPr/>
              <p14:nvPr/>
            </p14:nvContentPartPr>
            <p14:xfrm>
              <a:off x="471530" y="3636228"/>
              <a:ext cx="2190600" cy="642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4E6745B-B619-F460-DA29-0BEBBBE45BC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5410" y="3630108"/>
                <a:ext cx="2202840" cy="65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A8620F5-455B-D2F3-B795-57E5D41C2F24}"/>
              </a:ext>
            </a:extLst>
          </p:cNvPr>
          <p:cNvGrpSpPr/>
          <p:nvPr/>
        </p:nvGrpSpPr>
        <p:grpSpPr>
          <a:xfrm>
            <a:off x="2509130" y="914268"/>
            <a:ext cx="3656160" cy="1228680"/>
            <a:chOff x="2509130" y="914268"/>
            <a:chExt cx="3656160" cy="122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7B73E49-CD79-63D0-4633-F15ECBBC374D}"/>
                    </a:ext>
                  </a:extLst>
                </p14:cNvPr>
                <p14:cNvContentPartPr/>
                <p14:nvPr/>
              </p14:nvContentPartPr>
              <p14:xfrm>
                <a:off x="2509130" y="1140708"/>
                <a:ext cx="771840" cy="465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7B73E49-CD79-63D0-4633-F15ECBBC374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03010" y="1134588"/>
                  <a:ext cx="78408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C271574-73F2-7828-CD35-A16AE36C15FB}"/>
                    </a:ext>
                  </a:extLst>
                </p14:cNvPr>
                <p14:cNvContentPartPr/>
                <p14:nvPr/>
              </p14:nvContentPartPr>
              <p14:xfrm>
                <a:off x="3451610" y="983028"/>
                <a:ext cx="275400" cy="953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C271574-73F2-7828-CD35-A16AE36C15F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45490" y="976908"/>
                  <a:ext cx="287640" cy="9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9B3977C-6A83-9A0E-FC6C-259404220EA5}"/>
                    </a:ext>
                  </a:extLst>
                </p14:cNvPr>
                <p14:cNvContentPartPr/>
                <p14:nvPr/>
              </p14:nvContentPartPr>
              <p14:xfrm>
                <a:off x="4122650" y="1091388"/>
                <a:ext cx="76320" cy="455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9B3977C-6A83-9A0E-FC6C-259404220EA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16530" y="1085268"/>
                  <a:ext cx="8856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7682404-F6B6-1A18-4506-55C0B178EB40}"/>
                    </a:ext>
                  </a:extLst>
                </p14:cNvPr>
                <p14:cNvContentPartPr/>
                <p14:nvPr/>
              </p14:nvContentPartPr>
              <p14:xfrm>
                <a:off x="4218050" y="1070508"/>
                <a:ext cx="187560" cy="295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7682404-F6B6-1A18-4506-55C0B178EB4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211930" y="1064388"/>
                  <a:ext cx="1998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E73EE98-8B63-F1D6-A511-C29C7D814C07}"/>
                    </a:ext>
                  </a:extLst>
                </p14:cNvPr>
                <p14:cNvContentPartPr/>
                <p14:nvPr/>
              </p14:nvContentPartPr>
              <p14:xfrm>
                <a:off x="4454210" y="914268"/>
                <a:ext cx="589680" cy="1228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E73EE98-8B63-F1D6-A511-C29C7D814C0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48090" y="908148"/>
                  <a:ext cx="601920" cy="12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403E81E-5BCE-FEF8-CDBD-1262658CD997}"/>
                    </a:ext>
                  </a:extLst>
                </p14:cNvPr>
                <p14:cNvContentPartPr/>
                <p14:nvPr/>
              </p14:nvContentPartPr>
              <p14:xfrm>
                <a:off x="5087450" y="1081668"/>
                <a:ext cx="448200" cy="501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403E81E-5BCE-FEF8-CDBD-1262658CD99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81330" y="1075548"/>
                  <a:ext cx="46044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F1516CD-2F7F-4591-856D-264CACF28C0F}"/>
                    </a:ext>
                  </a:extLst>
                </p14:cNvPr>
                <p14:cNvContentPartPr/>
                <p14:nvPr/>
              </p14:nvContentPartPr>
              <p14:xfrm>
                <a:off x="5327930" y="1200108"/>
                <a:ext cx="352800" cy="344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F1516CD-2F7F-4591-856D-264CACF28C0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21810" y="1193988"/>
                  <a:ext cx="3650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9A8D68E-F2AA-07E8-421F-676520085FD6}"/>
                    </a:ext>
                  </a:extLst>
                </p14:cNvPr>
                <p14:cNvContentPartPr/>
                <p14:nvPr/>
              </p14:nvContentPartPr>
              <p14:xfrm>
                <a:off x="5644370" y="1366428"/>
                <a:ext cx="520920" cy="276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9A8D68E-F2AA-07E8-421F-676520085FD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38250" y="1360308"/>
                  <a:ext cx="533160" cy="28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F160B6A-29BB-9793-F349-478F57571218}"/>
                  </a:ext>
                </a:extLst>
              </p14:cNvPr>
              <p14:cNvContentPartPr/>
              <p14:nvPr/>
            </p14:nvContentPartPr>
            <p14:xfrm>
              <a:off x="570170" y="4337508"/>
              <a:ext cx="1944360" cy="6285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F160B6A-29BB-9793-F349-478F5757121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64050" y="4331388"/>
                <a:ext cx="1956600" cy="64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7E75327-E653-511B-388B-982C8CF7E13D}"/>
                  </a:ext>
                </a:extLst>
              </p14:cNvPr>
              <p14:cNvContentPartPr/>
              <p14:nvPr/>
            </p14:nvContentPartPr>
            <p14:xfrm>
              <a:off x="4364210" y="4521468"/>
              <a:ext cx="278640" cy="3668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7E75327-E653-511B-388B-982C8CF7E13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358090" y="4515348"/>
                <a:ext cx="29088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CAD326C-6E35-4A18-2223-5AF5B5F4C6DC}"/>
                  </a:ext>
                </a:extLst>
              </p14:cNvPr>
              <p14:cNvContentPartPr/>
              <p14:nvPr/>
            </p14:nvContentPartPr>
            <p14:xfrm>
              <a:off x="3969650" y="5672748"/>
              <a:ext cx="365760" cy="2970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CAD326C-6E35-4A18-2223-5AF5B5F4C6D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963530" y="5666628"/>
                <a:ext cx="37800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78E7358-05F6-440C-E836-6C39C6D4340D}"/>
                  </a:ext>
                </a:extLst>
              </p14:cNvPr>
              <p14:cNvContentPartPr/>
              <p14:nvPr/>
            </p14:nvContentPartPr>
            <p14:xfrm>
              <a:off x="727490" y="5213388"/>
              <a:ext cx="1544760" cy="5209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78E7358-05F6-440C-E836-6C39C6D4340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21370" y="5207268"/>
                <a:ext cx="1557000" cy="53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689F8ED3-521D-27DB-44D6-E61F71232AF3}"/>
              </a:ext>
            </a:extLst>
          </p:cNvPr>
          <p:cNvGrpSpPr/>
          <p:nvPr/>
        </p:nvGrpSpPr>
        <p:grpSpPr>
          <a:xfrm>
            <a:off x="6921290" y="5377908"/>
            <a:ext cx="2312640" cy="1399320"/>
            <a:chOff x="6921290" y="5377908"/>
            <a:chExt cx="2312640" cy="139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091AE01-064C-E3A9-D90A-1D21849FE71E}"/>
                    </a:ext>
                  </a:extLst>
                </p14:cNvPr>
                <p14:cNvContentPartPr/>
                <p14:nvPr/>
              </p14:nvContentPartPr>
              <p14:xfrm>
                <a:off x="7285610" y="5663028"/>
                <a:ext cx="657720" cy="766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091AE01-064C-E3A9-D90A-1D21849FE71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79490" y="5656908"/>
                  <a:ext cx="669960" cy="77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5C562BD-3EB3-B0AA-3141-A3E656AD584A}"/>
                    </a:ext>
                  </a:extLst>
                </p14:cNvPr>
                <p14:cNvContentPartPr/>
                <p14:nvPr/>
              </p14:nvContentPartPr>
              <p14:xfrm>
                <a:off x="7521410" y="5622348"/>
                <a:ext cx="771480" cy="120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5C562BD-3EB3-B0AA-3141-A3E656AD584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515290" y="5616228"/>
                  <a:ext cx="7837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9D598EB-6A28-EE8A-1E06-2631FF90EC42}"/>
                    </a:ext>
                  </a:extLst>
                </p14:cNvPr>
                <p14:cNvContentPartPr/>
                <p14:nvPr/>
              </p14:nvContentPartPr>
              <p14:xfrm>
                <a:off x="6921290" y="5377908"/>
                <a:ext cx="2312640" cy="1399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9D598EB-6A28-EE8A-1E06-2631FF90EC4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915170" y="5371788"/>
                  <a:ext cx="2324880" cy="141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05E6716-55B6-657A-9844-6D15419790B8}"/>
                  </a:ext>
                </a:extLst>
              </p14:cNvPr>
              <p14:cNvContentPartPr/>
              <p14:nvPr/>
            </p14:nvContentPartPr>
            <p14:xfrm>
              <a:off x="599690" y="5044548"/>
              <a:ext cx="2272320" cy="9158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05E6716-55B6-657A-9844-6D15419790B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93570" y="5038428"/>
                <a:ext cx="2284560" cy="92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C306245A-5960-998A-F281-3D503248FD97}"/>
              </a:ext>
            </a:extLst>
          </p:cNvPr>
          <p:cNvGrpSpPr/>
          <p:nvPr/>
        </p:nvGrpSpPr>
        <p:grpSpPr>
          <a:xfrm>
            <a:off x="8101730" y="788268"/>
            <a:ext cx="1929240" cy="1828800"/>
            <a:chOff x="8101730" y="788268"/>
            <a:chExt cx="1929240" cy="182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8646529-C1CB-0395-0BF9-604E7ECCE7E8}"/>
                    </a:ext>
                  </a:extLst>
                </p14:cNvPr>
                <p14:cNvContentPartPr/>
                <p14:nvPr/>
              </p14:nvContentPartPr>
              <p14:xfrm>
                <a:off x="8512850" y="943788"/>
                <a:ext cx="326880" cy="618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8646529-C1CB-0395-0BF9-604E7ECCE7E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506730" y="937668"/>
                  <a:ext cx="33912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2272299-5823-42AE-064A-9320276F322D}"/>
                    </a:ext>
                  </a:extLst>
                </p14:cNvPr>
                <p14:cNvContentPartPr/>
                <p14:nvPr/>
              </p14:nvContentPartPr>
              <p14:xfrm>
                <a:off x="8960690" y="788268"/>
                <a:ext cx="802080" cy="937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2272299-5823-42AE-064A-9320276F322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54570" y="782148"/>
                  <a:ext cx="814320" cy="9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294DC18-FE7D-1153-9A3F-343392F95337}"/>
                    </a:ext>
                  </a:extLst>
                </p14:cNvPr>
                <p14:cNvContentPartPr/>
                <p14:nvPr/>
              </p14:nvContentPartPr>
              <p14:xfrm>
                <a:off x="8406650" y="1712028"/>
                <a:ext cx="946800" cy="631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294DC18-FE7D-1153-9A3F-343392F9533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00530" y="1705908"/>
                  <a:ext cx="959040" cy="64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59C1629-6995-1F9F-7851-251271A146A6}"/>
                    </a:ext>
                  </a:extLst>
                </p14:cNvPr>
                <p14:cNvContentPartPr/>
                <p14:nvPr/>
              </p14:nvContentPartPr>
              <p14:xfrm>
                <a:off x="8101730" y="1556868"/>
                <a:ext cx="1929240" cy="1060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59C1629-6995-1F9F-7851-251271A146A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95610" y="1550748"/>
                  <a:ext cx="1941480" cy="10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B346FB9-C2F3-15B2-FA85-C4931BFAC2F7}"/>
                    </a:ext>
                  </a:extLst>
                </p14:cNvPr>
                <p14:cNvContentPartPr/>
                <p14:nvPr/>
              </p14:nvContentPartPr>
              <p14:xfrm>
                <a:off x="8453450" y="1699428"/>
                <a:ext cx="1125000" cy="770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B346FB9-C2F3-15B2-FA85-C4931BFAC2F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47330" y="1693308"/>
                  <a:ext cx="1137240" cy="78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531539F-BE07-602B-BD9E-A782FC07B8E9}"/>
                  </a:ext>
                </a:extLst>
              </p14:cNvPr>
              <p14:cNvContentPartPr/>
              <p14:nvPr/>
            </p14:nvContentPartPr>
            <p14:xfrm>
              <a:off x="215930" y="962508"/>
              <a:ext cx="2069280" cy="17920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531539F-BE07-602B-BD9E-A782FC07B8E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09810" y="956388"/>
                <a:ext cx="2081520" cy="180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5940817-980B-AA18-B416-FC35CC5FCA10}"/>
                  </a:ext>
                </a:extLst>
              </p14:cNvPr>
              <p14:cNvContentPartPr/>
              <p14:nvPr/>
            </p14:nvContentPartPr>
            <p14:xfrm>
              <a:off x="607250" y="2441028"/>
              <a:ext cx="3032280" cy="10242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5940817-980B-AA18-B416-FC35CC5FCA1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01130" y="2434908"/>
                <a:ext cx="3044520" cy="10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CA796DB-B17E-07A4-CC2A-0CCD58513D25}"/>
                  </a:ext>
                </a:extLst>
              </p14:cNvPr>
              <p14:cNvContentPartPr/>
              <p14:nvPr/>
            </p14:nvContentPartPr>
            <p14:xfrm>
              <a:off x="402770" y="3037908"/>
              <a:ext cx="324720" cy="29106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CA796DB-B17E-07A4-CC2A-0CCD58513D2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96650" y="3031788"/>
                <a:ext cx="336960" cy="29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142E9FB2-349C-29B7-8B14-F0E21964DDB7}"/>
                  </a:ext>
                </a:extLst>
              </p14:cNvPr>
              <p14:cNvContentPartPr/>
              <p14:nvPr/>
            </p14:nvContentPartPr>
            <p14:xfrm>
              <a:off x="245810" y="5427228"/>
              <a:ext cx="371520" cy="7128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142E9FB2-349C-29B7-8B14-F0E21964DDB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39690" y="5421108"/>
                <a:ext cx="383760" cy="72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73BCBEC8-ECC7-1F2F-0028-C816107EADF1}"/>
              </a:ext>
            </a:extLst>
          </p:cNvPr>
          <p:cNvGrpSpPr/>
          <p:nvPr/>
        </p:nvGrpSpPr>
        <p:grpSpPr>
          <a:xfrm>
            <a:off x="2988290" y="2487108"/>
            <a:ext cx="2432520" cy="3978360"/>
            <a:chOff x="2988290" y="2487108"/>
            <a:chExt cx="2432520" cy="397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BF143F6-7E49-CB84-98EE-F9310CD60EDE}"/>
                    </a:ext>
                  </a:extLst>
                </p14:cNvPr>
                <p14:cNvContentPartPr/>
                <p14:nvPr/>
              </p14:nvContentPartPr>
              <p14:xfrm>
                <a:off x="3746090" y="3746028"/>
                <a:ext cx="10440" cy="423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BF143F6-7E49-CB84-98EE-F9310CD60ED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39970" y="3739908"/>
                  <a:ext cx="2268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9FD3EAB-E553-01B1-731B-0829D0A8E80E}"/>
                    </a:ext>
                  </a:extLst>
                </p14:cNvPr>
                <p14:cNvContentPartPr/>
                <p14:nvPr/>
              </p14:nvContentPartPr>
              <p14:xfrm>
                <a:off x="3985130" y="3695988"/>
                <a:ext cx="361800" cy="553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9FD3EAB-E553-01B1-731B-0829D0A8E80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79010" y="3689868"/>
                  <a:ext cx="37404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1AF0ECD-F956-8E74-FC59-F08B578A2E0B}"/>
                    </a:ext>
                  </a:extLst>
                </p14:cNvPr>
                <p14:cNvContentPartPr/>
                <p14:nvPr/>
              </p14:nvContentPartPr>
              <p14:xfrm>
                <a:off x="3981890" y="3863028"/>
                <a:ext cx="533880" cy="50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1AF0ECD-F956-8E74-FC59-F08B578A2E0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75770" y="3856908"/>
                  <a:ext cx="5461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CA9B830-A90C-F1AF-F25A-56F2F3B6B949}"/>
                    </a:ext>
                  </a:extLst>
                </p14:cNvPr>
                <p14:cNvContentPartPr/>
                <p14:nvPr/>
              </p14:nvContentPartPr>
              <p14:xfrm>
                <a:off x="3440810" y="4462788"/>
                <a:ext cx="1221480" cy="591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CA9B830-A90C-F1AF-F25A-56F2F3B6B94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434690" y="4456668"/>
                  <a:ext cx="123372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F06BCC3-1D7C-D3BA-52FD-BD050FB2CC0A}"/>
                    </a:ext>
                  </a:extLst>
                </p14:cNvPr>
                <p14:cNvContentPartPr/>
                <p14:nvPr/>
              </p14:nvContentPartPr>
              <p14:xfrm>
                <a:off x="3686330" y="4481868"/>
                <a:ext cx="276840" cy="331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F06BCC3-1D7C-D3BA-52FD-BD050FB2CC0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80210" y="4475748"/>
                  <a:ext cx="2890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50BE6E2-0712-0423-A685-76AC3A21D37B}"/>
                    </a:ext>
                  </a:extLst>
                </p14:cNvPr>
                <p14:cNvContentPartPr/>
                <p14:nvPr/>
              </p14:nvContentPartPr>
              <p14:xfrm>
                <a:off x="4129130" y="4571868"/>
                <a:ext cx="360" cy="56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50BE6E2-0712-0423-A685-76AC3A21D37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23010" y="4565748"/>
                  <a:ext cx="126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D71C0EA-6C23-7CA4-48F7-9AF95FACEA6A}"/>
                    </a:ext>
                  </a:extLst>
                </p14:cNvPr>
                <p14:cNvContentPartPr/>
                <p14:nvPr/>
              </p14:nvContentPartPr>
              <p14:xfrm>
                <a:off x="4129130" y="4640628"/>
                <a:ext cx="360" cy="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D71C0EA-6C23-7CA4-48F7-9AF95FACEA6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23010" y="463450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4723217-1B98-3406-D223-35F180D596FA}"/>
                    </a:ext>
                  </a:extLst>
                </p14:cNvPr>
                <p14:cNvContentPartPr/>
                <p14:nvPr/>
              </p14:nvContentPartPr>
              <p14:xfrm>
                <a:off x="4129130" y="4542348"/>
                <a:ext cx="11520" cy="225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4723217-1B98-3406-D223-35F180D596F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23010" y="4536228"/>
                  <a:ext cx="237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03296A3-B89C-2B8A-C1E1-FA067CABC630}"/>
                    </a:ext>
                  </a:extLst>
                </p14:cNvPr>
                <p14:cNvContentPartPr/>
                <p14:nvPr/>
              </p14:nvContentPartPr>
              <p14:xfrm>
                <a:off x="4096010" y="5053548"/>
                <a:ext cx="43560" cy="481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03296A3-B89C-2B8A-C1E1-FA067CABC63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89890" y="5047428"/>
                  <a:ext cx="5580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557BFAC-CB57-F758-0F1B-181675A8642A}"/>
                    </a:ext>
                  </a:extLst>
                </p14:cNvPr>
                <p14:cNvContentPartPr/>
                <p14:nvPr/>
              </p14:nvContentPartPr>
              <p14:xfrm>
                <a:off x="2988290" y="5515788"/>
                <a:ext cx="1663200" cy="641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557BFAC-CB57-F758-0F1B-181675A8642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982170" y="5509668"/>
                  <a:ext cx="167544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955CF69-629E-A864-784D-7E40C808F0C3}"/>
                    </a:ext>
                  </a:extLst>
                </p14:cNvPr>
                <p14:cNvContentPartPr/>
                <p14:nvPr/>
              </p14:nvContentPartPr>
              <p14:xfrm>
                <a:off x="3451610" y="5652948"/>
                <a:ext cx="345240" cy="303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955CF69-629E-A864-784D-7E40C808F0C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445490" y="5646828"/>
                  <a:ext cx="3574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FB30780-0AE8-9BA8-1CC1-99943A08496A}"/>
                    </a:ext>
                  </a:extLst>
                </p14:cNvPr>
                <p14:cNvContentPartPr/>
                <p14:nvPr/>
              </p14:nvContentPartPr>
              <p14:xfrm>
                <a:off x="3293570" y="5662668"/>
                <a:ext cx="296280" cy="166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FB30780-0AE8-9BA8-1CC1-99943A08496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287450" y="5656548"/>
                  <a:ext cx="308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E308781-A968-4797-FE2B-033BF70AE599}"/>
                    </a:ext>
                  </a:extLst>
                </p14:cNvPr>
                <p14:cNvContentPartPr/>
                <p14:nvPr/>
              </p14:nvContentPartPr>
              <p14:xfrm>
                <a:off x="3334250" y="5663028"/>
                <a:ext cx="109800" cy="288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E308781-A968-4797-FE2B-033BF70AE59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328130" y="5656908"/>
                  <a:ext cx="1220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3391374-8B68-01F7-D879-F0E3A6494430}"/>
                    </a:ext>
                  </a:extLst>
                </p14:cNvPr>
                <p14:cNvContentPartPr/>
                <p14:nvPr/>
              </p14:nvContentPartPr>
              <p14:xfrm>
                <a:off x="3487970" y="2851428"/>
                <a:ext cx="425520" cy="419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3391374-8B68-01F7-D879-F0E3A649443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81850" y="2845308"/>
                  <a:ext cx="43776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4F03EDD-2232-317A-DA62-F6889374F61F}"/>
                    </a:ext>
                  </a:extLst>
                </p14:cNvPr>
                <p14:cNvContentPartPr/>
                <p14:nvPr/>
              </p14:nvContentPartPr>
              <p14:xfrm>
                <a:off x="4080890" y="2812908"/>
                <a:ext cx="236880" cy="393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4F03EDD-2232-317A-DA62-F6889374F61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74770" y="2806788"/>
                  <a:ext cx="24912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4A49C5F-5E04-DC15-1639-B3AA2AD27A9B}"/>
                    </a:ext>
                  </a:extLst>
                </p14:cNvPr>
                <p14:cNvContentPartPr/>
                <p14:nvPr/>
              </p14:nvContentPartPr>
              <p14:xfrm>
                <a:off x="3311930" y="2616708"/>
                <a:ext cx="1379880" cy="837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4A49C5F-5E04-DC15-1639-B3AA2AD27A9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305810" y="2610588"/>
                  <a:ext cx="1392120" cy="84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7B7D234-0388-C85E-44DE-D65DC53A0F9B}"/>
                    </a:ext>
                  </a:extLst>
                </p14:cNvPr>
                <p14:cNvContentPartPr/>
                <p14:nvPr/>
              </p14:nvContentPartPr>
              <p14:xfrm>
                <a:off x="4817450" y="2487108"/>
                <a:ext cx="603360" cy="3978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7B7D234-0388-C85E-44DE-D65DC53A0F9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11330" y="2480988"/>
                  <a:ext cx="615600" cy="3990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46728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09659-7B3F-DF04-2DF6-1B84E7029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Employee attrition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7DB79-F65E-F929-3669-209B1C06A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 leaving jobs – attrition</a:t>
            </a:r>
          </a:p>
          <a:p>
            <a:endParaRPr lang="en-US" dirty="0"/>
          </a:p>
          <a:p>
            <a:r>
              <a:rPr lang="en-US" dirty="0"/>
              <a:t>HR head calls a meeting of 5 leads </a:t>
            </a:r>
          </a:p>
          <a:p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wfh</a:t>
            </a:r>
            <a:r>
              <a:rPr lang="en-US" dirty="0"/>
              <a:t> – hybrid – some Sodexo </a:t>
            </a:r>
            <a:r>
              <a:rPr lang="en-US" dirty="0" err="1"/>
              <a:t>voucers</a:t>
            </a:r>
            <a:r>
              <a:rPr lang="en-US" dirty="0"/>
              <a:t> 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912E06E-40F6-7CE7-EE78-0A3D21929844}"/>
                  </a:ext>
                </a:extLst>
              </p14:cNvPr>
              <p14:cNvContentPartPr/>
              <p14:nvPr/>
            </p14:nvContentPartPr>
            <p14:xfrm>
              <a:off x="1474490" y="2202348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912E06E-40F6-7CE7-EE78-0A3D219298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68370" y="219622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8208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>
          <a:extLst>
            <a:ext uri="{FF2B5EF4-FFF2-40B4-BE49-F238E27FC236}">
              <a16:creationId xmlns:a16="http://schemas.microsoft.com/office/drawing/2014/main" id="{7ACCB715-440F-0757-0A40-B5D9FC9E4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D0E2A5EC-1E23-6C45-B88C-535DE1C1BB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  <a:latin typeface="Avenir"/>
                <a:sym typeface="Avenir"/>
              </a:rPr>
              <a:t>What are Quantitative Techniques?</a:t>
            </a:r>
            <a:endParaRPr lang="en-US" sz="2800" b="1" dirty="0">
              <a:solidFill>
                <a:schemeClr val="l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DC2B3C-5037-930F-9B32-1B5C76F7D4C1}"/>
              </a:ext>
            </a:extLst>
          </p:cNvPr>
          <p:cNvSpPr txBox="1"/>
          <p:nvPr/>
        </p:nvSpPr>
        <p:spPr>
          <a:xfrm>
            <a:off x="438705" y="1424540"/>
            <a:ext cx="1064622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 mathematics and statistics to support decision-making.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 objective, data-driven support to managers.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50"/>
                </a:solidFill>
              </a:rPr>
              <a:t>Mathematical Models = Equations or optimization problems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00B05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50"/>
                </a:solidFill>
              </a:rPr>
              <a:t>Statistical Models = Probability-based analysis of outcomes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00B05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50"/>
                </a:solidFill>
              </a:rPr>
              <a:t>Data driven decision making DDDM</a:t>
            </a:r>
          </a:p>
        </p:txBody>
      </p:sp>
    </p:spTree>
    <p:extLst>
      <p:ext uri="{BB962C8B-B14F-4D97-AF65-F5344CB8AC3E}">
        <p14:creationId xmlns:p14="http://schemas.microsoft.com/office/powerpoint/2010/main" val="2098643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>
          <a:extLst>
            <a:ext uri="{FF2B5EF4-FFF2-40B4-BE49-F238E27FC236}">
              <a16:creationId xmlns:a16="http://schemas.microsoft.com/office/drawing/2014/main" id="{2338BA85-95E2-0F44-DA0E-AD2B1F608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78C73A3D-CE82-6A9E-B2E0-5013409A94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  <a:latin typeface="Avenir"/>
                <a:sym typeface="Avenir"/>
              </a:rPr>
              <a:t>Model 1: Linear Programming (LP)</a:t>
            </a:r>
            <a:endParaRPr lang="en-US" sz="2800" b="1" dirty="0">
              <a:solidFill>
                <a:schemeClr val="lt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2480960-3D4F-7BCF-2E13-E1F578FB489A}"/>
              </a:ext>
            </a:extLst>
          </p:cNvPr>
          <p:cNvSpPr txBox="1">
            <a:spLocks/>
          </p:cNvSpPr>
          <p:nvPr/>
        </p:nvSpPr>
        <p:spPr>
          <a:xfrm>
            <a:off x="732503" y="116601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/>
              <a:t>Application: Resource Allocation</a:t>
            </a:r>
          </a:p>
          <a:p>
            <a:pPr marL="0" indent="0">
              <a:buFont typeface="Arial"/>
              <a:buNone/>
            </a:pPr>
            <a:r>
              <a:rPr lang="en-US" dirty="0"/>
              <a:t>Formula:</a:t>
            </a:r>
          </a:p>
          <a:p>
            <a:pPr marL="0" indent="0">
              <a:buFont typeface="Arial"/>
              <a:buNone/>
            </a:pPr>
            <a:r>
              <a:rPr lang="en-US" dirty="0"/>
              <a:t>- Maximize Z = 5A + 4B</a:t>
            </a:r>
          </a:p>
          <a:p>
            <a:pPr marL="0" indent="0">
              <a:buFont typeface="Arial"/>
              <a:buNone/>
            </a:pPr>
            <a:endParaRPr lang="en-US" dirty="0"/>
          </a:p>
          <a:p>
            <a:pPr marL="0" indent="0">
              <a:buFont typeface="Arial"/>
              <a:buNone/>
            </a:pPr>
            <a:r>
              <a:rPr lang="en-US" dirty="0"/>
              <a:t>Subject to:</a:t>
            </a:r>
          </a:p>
          <a:p>
            <a:pPr marL="0" indent="0">
              <a:buFont typeface="Arial"/>
              <a:buNone/>
            </a:pPr>
            <a:r>
              <a:rPr lang="en-US" dirty="0"/>
              <a:t>2A + B &lt;= 100</a:t>
            </a:r>
          </a:p>
          <a:p>
            <a:pPr marL="0" indent="0">
              <a:buFont typeface="Arial"/>
              <a:buNone/>
            </a:pPr>
            <a:r>
              <a:rPr lang="en-US" dirty="0"/>
              <a:t>3A + 2B &lt;= 120</a:t>
            </a:r>
          </a:p>
          <a:p>
            <a:pPr marL="0" indent="0">
              <a:buFont typeface="Arial"/>
              <a:buNone/>
            </a:pPr>
            <a:r>
              <a:rPr lang="en-US" dirty="0"/>
              <a:t>A, B &gt;= 0</a:t>
            </a:r>
          </a:p>
        </p:txBody>
      </p:sp>
    </p:spTree>
    <p:extLst>
      <p:ext uri="{BB962C8B-B14F-4D97-AF65-F5344CB8AC3E}">
        <p14:creationId xmlns:p14="http://schemas.microsoft.com/office/powerpoint/2010/main" val="3731900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>
          <a:extLst>
            <a:ext uri="{FF2B5EF4-FFF2-40B4-BE49-F238E27FC236}">
              <a16:creationId xmlns:a16="http://schemas.microsoft.com/office/drawing/2014/main" id="{04746BEE-4112-F22B-D860-9FA80C691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35CE05EA-3F3D-1099-529E-0EDF82EDFB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Model 2: Decision Trees</a:t>
            </a:r>
            <a:endParaRPr lang="en-US" sz="2800" b="1" dirty="0">
              <a:solidFill>
                <a:schemeClr val="lt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40C926-7F7C-E7CC-9BF1-E1EEAE0021D3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084217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b="1" dirty="0"/>
              <a:t>Application: Sequential investment or product launch decisions.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Key Components:</a:t>
            </a:r>
          </a:p>
          <a:p>
            <a:pPr marL="114300" indent="0">
              <a:buNone/>
            </a:pPr>
            <a:r>
              <a:rPr lang="en-US" dirty="0"/>
              <a:t>- Decision nodes</a:t>
            </a:r>
          </a:p>
          <a:p>
            <a:pPr marL="114300" indent="0">
              <a:buNone/>
            </a:pPr>
            <a:r>
              <a:rPr lang="en-US" dirty="0"/>
              <a:t>- Chance nodes</a:t>
            </a:r>
          </a:p>
          <a:p>
            <a:pPr marL="114300" indent="0">
              <a:buNone/>
            </a:pPr>
            <a:r>
              <a:rPr lang="en-US" dirty="0"/>
              <a:t>- Probabilities and payoffs</a:t>
            </a:r>
          </a:p>
          <a:p>
            <a:pPr>
              <a:buFontTx/>
              <a:buChar char="-"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Should a customer get loan based on his credit score and demographic details? </a:t>
            </a:r>
          </a:p>
        </p:txBody>
      </p:sp>
    </p:spTree>
    <p:extLst>
      <p:ext uri="{BB962C8B-B14F-4D97-AF65-F5344CB8AC3E}">
        <p14:creationId xmlns:p14="http://schemas.microsoft.com/office/powerpoint/2010/main" val="1008030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>
          <a:extLst>
            <a:ext uri="{FF2B5EF4-FFF2-40B4-BE49-F238E27FC236}">
              <a16:creationId xmlns:a16="http://schemas.microsoft.com/office/drawing/2014/main" id="{E4622DCF-E81B-96C7-65FD-18EFFCA63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A86323CB-7D00-A8E0-9E8A-71B3D312FC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Sample Decision Trees</a:t>
            </a:r>
            <a:endParaRPr lang="en-US" sz="2800" b="1" dirty="0">
              <a:solidFill>
                <a:schemeClr val="lt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D38876-C699-45B7-CD58-BCB619DE3BDA}"/>
              </a:ext>
            </a:extLst>
          </p:cNvPr>
          <p:cNvSpPr/>
          <p:nvPr/>
        </p:nvSpPr>
        <p:spPr>
          <a:xfrm>
            <a:off x="3537856" y="1513114"/>
            <a:ext cx="3690257" cy="914400"/>
          </a:xfrm>
          <a:prstGeom prst="roundRect">
            <a:avLst/>
          </a:prstGeom>
          <a:solidFill>
            <a:srgbClr val="00206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CIBIL SCORE &gt; 650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457C8DD-45C1-C314-051F-9628E0EEE001}"/>
              </a:ext>
            </a:extLst>
          </p:cNvPr>
          <p:cNvCxnSpPr>
            <a:cxnSpLocks/>
          </p:cNvCxnSpPr>
          <p:nvPr/>
        </p:nvCxnSpPr>
        <p:spPr>
          <a:xfrm flipH="1">
            <a:off x="3200400" y="2389414"/>
            <a:ext cx="2182584" cy="1289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E081505-1694-349A-BBBD-9E862D2FB1E9}"/>
              </a:ext>
            </a:extLst>
          </p:cNvPr>
          <p:cNvCxnSpPr>
            <a:cxnSpLocks/>
          </p:cNvCxnSpPr>
          <p:nvPr/>
        </p:nvCxnSpPr>
        <p:spPr>
          <a:xfrm>
            <a:off x="5382984" y="2427514"/>
            <a:ext cx="2258787" cy="1251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E48BCC-65E7-E2B9-6C5B-966BEDC2F721}"/>
              </a:ext>
            </a:extLst>
          </p:cNvPr>
          <p:cNvSpPr/>
          <p:nvPr/>
        </p:nvSpPr>
        <p:spPr>
          <a:xfrm>
            <a:off x="1153885" y="3679371"/>
            <a:ext cx="3690257" cy="914400"/>
          </a:xfrm>
          <a:prstGeom prst="roundRect">
            <a:avLst/>
          </a:prstGeom>
          <a:solidFill>
            <a:srgbClr val="00206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Is currently employed?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6BF272-1F60-727C-67C3-43A97F4C75A6}"/>
              </a:ext>
            </a:extLst>
          </p:cNvPr>
          <p:cNvSpPr txBox="1"/>
          <p:nvPr/>
        </p:nvSpPr>
        <p:spPr>
          <a:xfrm>
            <a:off x="3550623" y="2745665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C6BC17-0026-8681-1BCB-C36A44F3D855}"/>
              </a:ext>
            </a:extLst>
          </p:cNvPr>
          <p:cNvSpPr txBox="1"/>
          <p:nvPr/>
        </p:nvSpPr>
        <p:spPr>
          <a:xfrm>
            <a:off x="6696594" y="2745665"/>
            <a:ext cx="513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No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C3ABD79-45EB-DD06-10A5-660C3FD7F019}"/>
              </a:ext>
            </a:extLst>
          </p:cNvPr>
          <p:cNvSpPr/>
          <p:nvPr/>
        </p:nvSpPr>
        <p:spPr>
          <a:xfrm>
            <a:off x="6096000" y="3717471"/>
            <a:ext cx="3690257" cy="914400"/>
          </a:xfrm>
          <a:prstGeom prst="roundRect">
            <a:avLst/>
          </a:prstGeom>
          <a:solidFill>
            <a:srgbClr val="00206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Loan not given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5247E4-7EDD-0FC2-D94A-DA14EAA869DF}"/>
              </a:ext>
            </a:extLst>
          </p:cNvPr>
          <p:cNvCxnSpPr>
            <a:cxnSpLocks/>
          </p:cNvCxnSpPr>
          <p:nvPr/>
        </p:nvCxnSpPr>
        <p:spPr>
          <a:xfrm flipH="1">
            <a:off x="941613" y="4593771"/>
            <a:ext cx="2182584" cy="1289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3741881-E03F-C80B-9B55-E50ECD97FDED}"/>
              </a:ext>
            </a:extLst>
          </p:cNvPr>
          <p:cNvCxnSpPr>
            <a:cxnSpLocks/>
          </p:cNvCxnSpPr>
          <p:nvPr/>
        </p:nvCxnSpPr>
        <p:spPr>
          <a:xfrm>
            <a:off x="3124197" y="4631871"/>
            <a:ext cx="2258787" cy="1251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C4F0389-AE3A-871E-4C39-475670D90DC2}"/>
              </a:ext>
            </a:extLst>
          </p:cNvPr>
          <p:cNvSpPr txBox="1"/>
          <p:nvPr/>
        </p:nvSpPr>
        <p:spPr>
          <a:xfrm>
            <a:off x="1291836" y="4950022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0812DB-7AE0-9367-0CE0-81E0C15951CF}"/>
              </a:ext>
            </a:extLst>
          </p:cNvPr>
          <p:cNvSpPr txBox="1"/>
          <p:nvPr/>
        </p:nvSpPr>
        <p:spPr>
          <a:xfrm>
            <a:off x="4437807" y="4950022"/>
            <a:ext cx="513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No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4042E7C-7A28-7561-550E-57007B3D6B24}"/>
              </a:ext>
            </a:extLst>
          </p:cNvPr>
          <p:cNvSpPr/>
          <p:nvPr/>
        </p:nvSpPr>
        <p:spPr>
          <a:xfrm>
            <a:off x="3982005" y="5919151"/>
            <a:ext cx="3429000" cy="721552"/>
          </a:xfrm>
          <a:prstGeom prst="roundRect">
            <a:avLst/>
          </a:prstGeom>
          <a:solidFill>
            <a:srgbClr val="00206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Loan not given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B1CCFCB-A287-830C-566F-1AE7A4B75EF8}"/>
              </a:ext>
            </a:extLst>
          </p:cNvPr>
          <p:cNvSpPr/>
          <p:nvPr/>
        </p:nvSpPr>
        <p:spPr>
          <a:xfrm>
            <a:off x="204431" y="5919151"/>
            <a:ext cx="3429000" cy="721552"/>
          </a:xfrm>
          <a:prstGeom prst="roundRect">
            <a:avLst/>
          </a:prstGeom>
          <a:solidFill>
            <a:srgbClr val="00206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Loan given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A08A626-A3E2-9CE9-4E3C-97B69FDB1158}"/>
                  </a:ext>
                </a:extLst>
              </p14:cNvPr>
              <p14:cNvContentPartPr/>
              <p14:nvPr/>
            </p14:nvContentPartPr>
            <p14:xfrm>
              <a:off x="6174290" y="2172468"/>
              <a:ext cx="993240" cy="30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A08A626-A3E2-9CE9-4E3C-97B69FDB11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68170" y="2166348"/>
                <a:ext cx="100548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3CD9AFE-30E3-5D07-E4FA-A06A6044781D}"/>
                  </a:ext>
                </a:extLst>
              </p14:cNvPr>
              <p14:cNvContentPartPr/>
              <p14:nvPr/>
            </p14:nvContentPartPr>
            <p14:xfrm>
              <a:off x="667370" y="3315468"/>
              <a:ext cx="4198680" cy="1401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3CD9AFE-30E3-5D07-E4FA-A06A6044781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0890" y="3309348"/>
                <a:ext cx="4210920" cy="141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948EAF28-11CD-DB39-B67D-E055F54752F4}"/>
              </a:ext>
            </a:extLst>
          </p:cNvPr>
          <p:cNvGrpSpPr/>
          <p:nvPr/>
        </p:nvGrpSpPr>
        <p:grpSpPr>
          <a:xfrm>
            <a:off x="324290" y="5346588"/>
            <a:ext cx="6941160" cy="1364760"/>
            <a:chOff x="324290" y="5346588"/>
            <a:chExt cx="6941160" cy="136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D4D4F83-F800-2B3F-9E2D-84F5AF44DA96}"/>
                    </a:ext>
                  </a:extLst>
                </p14:cNvPr>
                <p14:cNvContentPartPr/>
                <p14:nvPr/>
              </p14:nvContentPartPr>
              <p14:xfrm>
                <a:off x="4227050" y="5690028"/>
                <a:ext cx="3038400" cy="1021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D4D4F83-F800-2B3F-9E2D-84F5AF44DA9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20930" y="5683908"/>
                  <a:ext cx="3050640" cy="10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DB1CB2D-573E-4BC2-FADE-86EF14BA1F69}"/>
                    </a:ext>
                  </a:extLst>
                </p14:cNvPr>
                <p14:cNvContentPartPr/>
                <p14:nvPr/>
              </p14:nvContentPartPr>
              <p14:xfrm>
                <a:off x="324290" y="5346588"/>
                <a:ext cx="2149200" cy="1094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DB1CB2D-573E-4BC2-FADE-86EF14BA1F6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8170" y="5340468"/>
                  <a:ext cx="2161440" cy="1106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31492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>
          <a:extLst>
            <a:ext uri="{FF2B5EF4-FFF2-40B4-BE49-F238E27FC236}">
              <a16:creationId xmlns:a16="http://schemas.microsoft.com/office/drawing/2014/main" id="{35A0AFE4-9A0D-9395-7AEF-8523FDB3E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6ECD4B04-01C8-789A-ADBF-434BC2999B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Model 3: Regression Analysis</a:t>
            </a:r>
            <a:endParaRPr lang="en-US" sz="2800" b="1" dirty="0">
              <a:solidFill>
                <a:schemeClr val="l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C4769-B2FA-45E4-14A0-BDAAE29474E4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122317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Application: Predict sales/revenue/ costs/ stock price / IPO listing gains</a:t>
            </a:r>
          </a:p>
          <a:p>
            <a:pPr marL="0" indent="0">
              <a:buFont typeface="Arial"/>
              <a:buNone/>
            </a:pPr>
            <a:endParaRPr lang="en-US" dirty="0"/>
          </a:p>
          <a:p>
            <a:pPr marL="0" indent="0">
              <a:buFont typeface="Arial"/>
              <a:buNone/>
            </a:pPr>
            <a:r>
              <a:rPr lang="en-US" dirty="0"/>
              <a:t>Formula:   y = mx + c equation of a straight line</a:t>
            </a:r>
          </a:p>
          <a:p>
            <a:pPr marL="0" indent="0">
              <a:buFont typeface="Arial"/>
              <a:buNone/>
            </a:pPr>
            <a:r>
              <a:rPr lang="en-US" dirty="0"/>
              <a:t>Y = a + </a:t>
            </a:r>
            <a:r>
              <a:rPr lang="en-US" dirty="0" err="1"/>
              <a:t>bX</a:t>
            </a:r>
            <a:endParaRPr lang="en-US" dirty="0"/>
          </a:p>
          <a:p>
            <a:pPr marL="0" indent="0">
              <a:buFont typeface="Arial"/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 = Dependent variable (e.g., Sales)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X = Independent variable (e.g., Advertising Spend) X2: number of sales people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Simple linear relationship between X and Y</a:t>
            </a:r>
          </a:p>
        </p:txBody>
      </p:sp>
    </p:spTree>
    <p:extLst>
      <p:ext uri="{BB962C8B-B14F-4D97-AF65-F5344CB8AC3E}">
        <p14:creationId xmlns:p14="http://schemas.microsoft.com/office/powerpoint/2010/main" val="2090316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>
          <a:extLst>
            <a:ext uri="{FF2B5EF4-FFF2-40B4-BE49-F238E27FC236}">
              <a16:creationId xmlns:a16="http://schemas.microsoft.com/office/drawing/2014/main" id="{BBDBE0FA-2CE6-DB3D-08DE-BE1324C1D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BF0418B6-C226-5EDD-50AD-814DEB4257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MCQ</a:t>
            </a:r>
            <a:endParaRPr lang="en-US" sz="2800" b="1" dirty="0">
              <a:solidFill>
                <a:schemeClr val="l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F5F7F-C78B-2E2D-5846-5D99661CA492}"/>
              </a:ext>
            </a:extLst>
          </p:cNvPr>
          <p:cNvSpPr txBox="1">
            <a:spLocks/>
          </p:cNvSpPr>
          <p:nvPr/>
        </p:nvSpPr>
        <p:spPr>
          <a:xfrm>
            <a:off x="163285" y="1166018"/>
            <a:ext cx="11625944" cy="485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572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63737"/>
                </a:solidFill>
                <a:effectLst/>
                <a:uLnTx/>
                <a:uFillTx/>
                <a:latin typeface="Spectral"/>
                <a:ea typeface="Calibri"/>
                <a:cs typeface="Calibri"/>
                <a:sym typeface="Calibri"/>
              </a:rPr>
              <a:t>What distinguishes multiple linear regression from simple linear regression?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363737"/>
              </a:solidFill>
              <a:effectLst/>
              <a:uLnTx/>
              <a:uFillTx/>
              <a:latin typeface="Spectral"/>
              <a:ea typeface="Calibri"/>
              <a:cs typeface="Calibri"/>
              <a:sym typeface="Calibri"/>
            </a:endParaRPr>
          </a:p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63737"/>
                </a:solidFill>
                <a:effectLst/>
                <a:uLnTx/>
                <a:uFillTx/>
                <a:latin typeface="Spectral"/>
                <a:ea typeface="Calibri"/>
                <a:cs typeface="Calibri"/>
                <a:sym typeface="Calibri"/>
              </a:rPr>
              <a:t>a) The number of dependent variables</a:t>
            </a:r>
          </a:p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63737"/>
                </a:solidFill>
                <a:effectLst/>
                <a:uLnTx/>
                <a:uFillTx/>
                <a:latin typeface="Spectral"/>
                <a:ea typeface="Calibri"/>
                <a:cs typeface="Calibri"/>
                <a:sym typeface="Calibri"/>
              </a:rPr>
              <a:t>b) The number of independent variables</a:t>
            </a:r>
          </a:p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63737"/>
                </a:solidFill>
                <a:effectLst/>
                <a:uLnTx/>
                <a:uFillTx/>
                <a:latin typeface="Spectral"/>
                <a:ea typeface="Calibri"/>
                <a:cs typeface="Calibri"/>
                <a:sym typeface="Calibri"/>
              </a:rPr>
              <a:t>c) The use of a different least square formula</a:t>
            </a:r>
          </a:p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363737"/>
              </a:solidFill>
              <a:effectLst/>
              <a:uLnTx/>
              <a:uFillTx/>
              <a:latin typeface="Spectral"/>
              <a:ea typeface="Calibri"/>
              <a:cs typeface="Calibri"/>
              <a:sym typeface="Calibri"/>
            </a:endParaRPr>
          </a:p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363737"/>
              </a:solidFill>
              <a:effectLst/>
              <a:uLnTx/>
              <a:uFillTx/>
              <a:latin typeface="Spectral"/>
              <a:ea typeface="Calibri"/>
              <a:cs typeface="Calibri"/>
              <a:sym typeface="Calibri"/>
            </a:endParaRPr>
          </a:p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63737"/>
                </a:solidFill>
                <a:effectLst/>
                <a:uLnTx/>
                <a:uFillTx/>
                <a:latin typeface="Spectral"/>
                <a:ea typeface="Calibri"/>
                <a:cs typeface="Calibri"/>
                <a:sym typeface="Calibri"/>
              </a:rPr>
              <a:t>2. In a multiple linear regression model, if you have ‘p’ predictors, what is ‘p’?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363737"/>
              </a:solidFill>
              <a:effectLst/>
              <a:uLnTx/>
              <a:uFillTx/>
              <a:latin typeface="Spectral"/>
              <a:ea typeface="Calibri"/>
              <a:cs typeface="Calibri"/>
              <a:sym typeface="Calibri"/>
            </a:endParaRPr>
          </a:p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63737"/>
                </a:solidFill>
                <a:effectLst/>
                <a:uLnTx/>
                <a:uFillTx/>
                <a:latin typeface="Spectral"/>
                <a:ea typeface="Calibri"/>
                <a:cs typeface="Calibri"/>
                <a:sym typeface="Calibri"/>
              </a:rPr>
              <a:t>a) The number of coefficients</a:t>
            </a:r>
          </a:p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63737"/>
                </a:solidFill>
                <a:effectLst/>
                <a:uLnTx/>
                <a:uFillTx/>
                <a:latin typeface="Spectral"/>
                <a:ea typeface="Calibri"/>
                <a:cs typeface="Calibri"/>
                <a:sym typeface="Calibri"/>
              </a:rPr>
              <a:t>b) The number of intercepts</a:t>
            </a:r>
          </a:p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63737"/>
                </a:solidFill>
                <a:effectLst/>
                <a:uLnTx/>
                <a:uFillTx/>
                <a:latin typeface="Spectral"/>
                <a:ea typeface="Calibri"/>
                <a:cs typeface="Calibri"/>
                <a:sym typeface="Calibri"/>
              </a:rPr>
              <a:t>c) The number of residuals</a:t>
            </a:r>
          </a:p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63737"/>
                </a:solidFill>
                <a:effectLst/>
                <a:uLnTx/>
                <a:uFillTx/>
                <a:latin typeface="Spectral"/>
                <a:ea typeface="Calibri"/>
                <a:cs typeface="Calibri"/>
                <a:sym typeface="Calibri"/>
              </a:rPr>
              <a:t>d) The number of independent variables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1879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>
          <a:extLst>
            <a:ext uri="{FF2B5EF4-FFF2-40B4-BE49-F238E27FC236}">
              <a16:creationId xmlns:a16="http://schemas.microsoft.com/office/drawing/2014/main" id="{EC2734A4-901F-54E1-1A18-25F083503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7781814A-9B28-135B-F827-8DB1DA3E16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MCQ</a:t>
            </a:r>
            <a:endParaRPr lang="en-US" sz="2800" b="1" dirty="0">
              <a:solidFill>
                <a:schemeClr val="l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5B2A5-763C-B686-013A-6E6FC65ACE08}"/>
              </a:ext>
            </a:extLst>
          </p:cNvPr>
          <p:cNvSpPr txBox="1">
            <a:spLocks/>
          </p:cNvSpPr>
          <p:nvPr/>
        </p:nvSpPr>
        <p:spPr>
          <a:xfrm>
            <a:off x="163285" y="1166018"/>
            <a:ext cx="11625944" cy="485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spcBef>
                <a:spcPts val="600"/>
              </a:spcBef>
              <a:buFont typeface="+mj-lt"/>
              <a:buAutoNum type="arabicPeriod"/>
            </a:pPr>
            <a:r>
              <a:rPr lang="en-US" b="1" i="0" dirty="0">
                <a:solidFill>
                  <a:srgbClr val="363737"/>
                </a:solidFill>
                <a:effectLst/>
                <a:latin typeface="Spectral"/>
              </a:rPr>
              <a:t>What distinguishes multiple linear regression from simple linear regression?</a:t>
            </a:r>
            <a:endParaRPr lang="en-US" b="0" i="0" dirty="0">
              <a:solidFill>
                <a:srgbClr val="363737"/>
              </a:solidFill>
              <a:effectLst/>
              <a:latin typeface="Spectral"/>
            </a:endParaRPr>
          </a:p>
          <a:p>
            <a:pPr marL="114300" indent="0" algn="l">
              <a:spcBef>
                <a:spcPts val="600"/>
              </a:spcBef>
              <a:buNone/>
            </a:pPr>
            <a:r>
              <a:rPr lang="en-US" b="0" i="0" dirty="0">
                <a:solidFill>
                  <a:srgbClr val="363737"/>
                </a:solidFill>
                <a:effectLst/>
                <a:latin typeface="Spectral"/>
              </a:rPr>
              <a:t>a) The number of dependent variables = Y</a:t>
            </a:r>
          </a:p>
          <a:p>
            <a:pPr marL="114300" indent="0" algn="l">
              <a:spcBef>
                <a:spcPts val="600"/>
              </a:spcBef>
              <a:buNone/>
            </a:pPr>
            <a:r>
              <a:rPr lang="en-US" b="0" i="0" dirty="0">
                <a:solidFill>
                  <a:srgbClr val="363737"/>
                </a:solidFill>
                <a:effectLst/>
                <a:latin typeface="Spectral"/>
              </a:rPr>
              <a:t>b) The number of independent variables</a:t>
            </a:r>
          </a:p>
          <a:p>
            <a:pPr marL="114300" indent="0" algn="l">
              <a:spcBef>
                <a:spcPts val="600"/>
              </a:spcBef>
              <a:buNone/>
            </a:pPr>
            <a:r>
              <a:rPr lang="en-US" b="0" i="0" dirty="0">
                <a:solidFill>
                  <a:srgbClr val="363737"/>
                </a:solidFill>
                <a:effectLst/>
                <a:latin typeface="Spectral"/>
              </a:rPr>
              <a:t>c) The use of a different least square formula</a:t>
            </a:r>
          </a:p>
          <a:p>
            <a:pPr marL="114300" indent="0" algn="l">
              <a:spcBef>
                <a:spcPts val="600"/>
              </a:spcBef>
              <a:buNone/>
            </a:pPr>
            <a:endParaRPr lang="en-US" b="0" i="0" dirty="0">
              <a:solidFill>
                <a:srgbClr val="363737"/>
              </a:solidFill>
              <a:effectLst/>
              <a:latin typeface="Spectral"/>
            </a:endParaRPr>
          </a:p>
          <a:p>
            <a:pPr marL="114300" indent="0" algn="l">
              <a:spcBef>
                <a:spcPts val="600"/>
              </a:spcBef>
              <a:buNone/>
            </a:pPr>
            <a:r>
              <a:rPr lang="en-US" b="0" i="0" dirty="0">
                <a:solidFill>
                  <a:srgbClr val="363737"/>
                </a:solidFill>
                <a:effectLst/>
                <a:latin typeface="Spectral"/>
              </a:rPr>
              <a:t>Answer: b) The number of independent variables</a:t>
            </a:r>
          </a:p>
          <a:p>
            <a:pPr marL="114300" indent="0" algn="l">
              <a:spcBef>
                <a:spcPts val="600"/>
              </a:spcBef>
              <a:buNone/>
            </a:pPr>
            <a:endParaRPr lang="en-US" b="1" i="0" dirty="0">
              <a:solidFill>
                <a:srgbClr val="363737"/>
              </a:solidFill>
              <a:effectLst/>
              <a:latin typeface="Spectral"/>
            </a:endParaRPr>
          </a:p>
          <a:p>
            <a:pPr marL="114300" indent="0" algn="l">
              <a:spcBef>
                <a:spcPts val="600"/>
              </a:spcBef>
              <a:buNone/>
            </a:pPr>
            <a:r>
              <a:rPr lang="en-US" b="1" i="0" dirty="0">
                <a:solidFill>
                  <a:srgbClr val="363737"/>
                </a:solidFill>
                <a:effectLst/>
                <a:latin typeface="Spectral"/>
              </a:rPr>
              <a:t>2. In a multiple linear regression model, if you have ‘p’ predictors, what is ‘p’?</a:t>
            </a:r>
            <a:endParaRPr lang="en-US" b="0" i="0" dirty="0">
              <a:solidFill>
                <a:srgbClr val="363737"/>
              </a:solidFill>
              <a:effectLst/>
              <a:latin typeface="Spectral"/>
            </a:endParaRPr>
          </a:p>
          <a:p>
            <a:pPr marL="114300" indent="0" algn="l">
              <a:spcBef>
                <a:spcPts val="600"/>
              </a:spcBef>
              <a:buNone/>
            </a:pPr>
            <a:r>
              <a:rPr lang="en-US" b="0" i="0" dirty="0">
                <a:solidFill>
                  <a:srgbClr val="363737"/>
                </a:solidFill>
                <a:effectLst/>
                <a:latin typeface="Spectral"/>
              </a:rPr>
              <a:t>a) The number of coefficients</a:t>
            </a:r>
          </a:p>
          <a:p>
            <a:pPr marL="114300" indent="0" algn="l">
              <a:spcBef>
                <a:spcPts val="600"/>
              </a:spcBef>
              <a:buNone/>
            </a:pPr>
            <a:r>
              <a:rPr lang="en-US" b="0" i="0" dirty="0">
                <a:solidFill>
                  <a:srgbClr val="363737"/>
                </a:solidFill>
                <a:effectLst/>
                <a:latin typeface="Spectral"/>
              </a:rPr>
              <a:t>b) The number of intercepts</a:t>
            </a:r>
          </a:p>
          <a:p>
            <a:pPr marL="114300" indent="0" algn="l">
              <a:spcBef>
                <a:spcPts val="600"/>
              </a:spcBef>
              <a:buNone/>
            </a:pPr>
            <a:r>
              <a:rPr lang="en-US" b="0" i="0" dirty="0">
                <a:solidFill>
                  <a:srgbClr val="363737"/>
                </a:solidFill>
                <a:effectLst/>
                <a:latin typeface="Spectral"/>
              </a:rPr>
              <a:t>c) The number of residuals</a:t>
            </a:r>
          </a:p>
          <a:p>
            <a:pPr marL="114300" indent="0" algn="l">
              <a:spcBef>
                <a:spcPts val="600"/>
              </a:spcBef>
              <a:buNone/>
            </a:pPr>
            <a:r>
              <a:rPr lang="en-US" b="0" i="0" dirty="0">
                <a:solidFill>
                  <a:srgbClr val="363737"/>
                </a:solidFill>
                <a:effectLst/>
                <a:latin typeface="Spectral"/>
              </a:rPr>
              <a:t>d) Answer: d) The number of independent variables.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4FC379-DD30-882F-7081-15C7B803FBE0}"/>
              </a:ext>
            </a:extLst>
          </p:cNvPr>
          <p:cNvSpPr txBox="1"/>
          <p:nvPr/>
        </p:nvSpPr>
        <p:spPr>
          <a:xfrm>
            <a:off x="3048000" y="327757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 algn="l">
              <a:spcBef>
                <a:spcPts val="600"/>
              </a:spcBef>
              <a:buNone/>
            </a:pPr>
            <a:r>
              <a:rPr lang="en-US" b="0" i="0" dirty="0">
                <a:solidFill>
                  <a:srgbClr val="363737"/>
                </a:solidFill>
                <a:effectLst/>
                <a:latin typeface="Spectral"/>
              </a:rPr>
              <a:t>The number of independent variables</a:t>
            </a:r>
          </a:p>
        </p:txBody>
      </p:sp>
    </p:spTree>
    <p:extLst>
      <p:ext uri="{BB962C8B-B14F-4D97-AF65-F5344CB8AC3E}">
        <p14:creationId xmlns:p14="http://schemas.microsoft.com/office/powerpoint/2010/main" val="1927844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A30F1E7-FBB0-EE41-0B6F-3D02A6DB9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2134023"/>
            <a:ext cx="10905066" cy="2589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037B3A-2681-1C18-1261-939DFCF16B00}"/>
              </a:ext>
            </a:extLst>
          </p:cNvPr>
          <p:cNvSpPr txBox="1"/>
          <p:nvPr/>
        </p:nvSpPr>
        <p:spPr>
          <a:xfrm>
            <a:off x="426963" y="957590"/>
            <a:ext cx="110598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 algn="l">
              <a:spcBef>
                <a:spcPts val="600"/>
              </a:spcBef>
              <a:buNone/>
            </a:pPr>
            <a:r>
              <a:rPr lang="en-US" sz="2400" b="1" i="0" dirty="0">
                <a:solidFill>
                  <a:srgbClr val="363737"/>
                </a:solidFill>
                <a:effectLst/>
                <a:latin typeface="Spectral"/>
              </a:rPr>
              <a:t>Example: </a:t>
            </a:r>
            <a:r>
              <a:rPr lang="en-US" sz="2400" b="0" i="0" dirty="0">
                <a:solidFill>
                  <a:srgbClr val="363737"/>
                </a:solidFill>
                <a:effectLst/>
                <a:latin typeface="Spectral"/>
              </a:rPr>
              <a:t>Consider the snapshot of the first five rows of mpg dataset below, where the target variable is mpg and we have 8 predictors, or “p”.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E8CDDBB-CB48-EC44-0108-FB5D5D66BB27}"/>
              </a:ext>
            </a:extLst>
          </p:cNvPr>
          <p:cNvGrpSpPr/>
          <p:nvPr/>
        </p:nvGrpSpPr>
        <p:grpSpPr>
          <a:xfrm>
            <a:off x="458210" y="1622388"/>
            <a:ext cx="1832760" cy="3687120"/>
            <a:chOff x="458210" y="1622388"/>
            <a:chExt cx="1832760" cy="368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B81A219-D789-2E46-3C3A-D27571CCEDB4}"/>
                    </a:ext>
                  </a:extLst>
                </p14:cNvPr>
                <p14:cNvContentPartPr/>
                <p14:nvPr/>
              </p14:nvContentPartPr>
              <p14:xfrm>
                <a:off x="458210" y="2172468"/>
                <a:ext cx="1237680" cy="3137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B81A219-D789-2E46-3C3A-D27571CCEDB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52090" y="2166348"/>
                  <a:ext cx="1249920" cy="31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FD0DA48-9904-FA73-E58F-9A9D0EF12468}"/>
                    </a:ext>
                  </a:extLst>
                </p14:cNvPr>
                <p14:cNvContentPartPr/>
                <p14:nvPr/>
              </p14:nvContentPartPr>
              <p14:xfrm>
                <a:off x="1376570" y="1702308"/>
                <a:ext cx="410400" cy="746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FD0DA48-9904-FA73-E58F-9A9D0EF1246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70450" y="1696188"/>
                  <a:ext cx="422640" cy="75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2ECDC31-1EEA-7754-CECC-C66D09288ED6}"/>
                    </a:ext>
                  </a:extLst>
                </p14:cNvPr>
                <p14:cNvContentPartPr/>
                <p14:nvPr/>
              </p14:nvContentPartPr>
              <p14:xfrm>
                <a:off x="1897850" y="1622388"/>
                <a:ext cx="135720" cy="149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2ECDC31-1EEA-7754-CECC-C66D09288ED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91730" y="1616268"/>
                  <a:ext cx="1479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3CBAE4B-46A9-B2CE-1EC6-BD60529A8432}"/>
                    </a:ext>
                  </a:extLst>
                </p14:cNvPr>
                <p14:cNvContentPartPr/>
                <p14:nvPr/>
              </p14:nvContentPartPr>
              <p14:xfrm>
                <a:off x="1887770" y="1799148"/>
                <a:ext cx="403200" cy="297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3CBAE4B-46A9-B2CE-1EC6-BD60529A843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81650" y="1793028"/>
                  <a:ext cx="4154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7AFC980-4ECA-0E0C-2BB8-3A22443B3B4F}"/>
                    </a:ext>
                  </a:extLst>
                </p14:cNvPr>
                <p14:cNvContentPartPr/>
                <p14:nvPr/>
              </p14:nvContentPartPr>
              <p14:xfrm>
                <a:off x="1946450" y="1710588"/>
                <a:ext cx="128160" cy="235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7AFC980-4ECA-0E0C-2BB8-3A22443B3B4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40330" y="1704468"/>
                  <a:ext cx="140400" cy="24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9E07C2F-B1F1-C4D5-5646-DF1EF77BA6A4}"/>
                  </a:ext>
                </a:extLst>
              </p14:cNvPr>
              <p14:cNvContentPartPr/>
              <p14:nvPr/>
            </p14:nvContentPartPr>
            <p14:xfrm>
              <a:off x="4906370" y="1897428"/>
              <a:ext cx="1127880" cy="201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9E07C2F-B1F1-C4D5-5646-DF1EF77BA6A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00250" y="1891308"/>
                <a:ext cx="114012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6243DF9-063D-BA51-7CB4-540EC2130718}"/>
                  </a:ext>
                </a:extLst>
              </p14:cNvPr>
              <p14:cNvContentPartPr/>
              <p14:nvPr/>
            </p14:nvContentPartPr>
            <p14:xfrm>
              <a:off x="8327810" y="5436948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6243DF9-063D-BA51-7CB4-540EC213071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321690" y="543082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6498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20282-FAB2-C832-973C-735CE4BF6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6896"/>
            <a:ext cx="11114314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Forecasting &amp; Estimation in Business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661039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>
          <a:extLst>
            <a:ext uri="{FF2B5EF4-FFF2-40B4-BE49-F238E27FC236}">
              <a16:creationId xmlns:a16="http://schemas.microsoft.com/office/drawing/2014/main" id="{4F4A646A-DB58-AD5E-3C78-8303695A2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B5EFC7B4-3BB3-6300-B9F1-1D2A9686E8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What is Forecasting &amp; Estimation?</a:t>
            </a:r>
            <a:endParaRPr lang="en-US" sz="2800" b="1" dirty="0">
              <a:solidFill>
                <a:schemeClr val="lt1"/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23A204D-6738-525C-E9F3-6E1BC1A915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1223037"/>
              </p:ext>
            </p:extLst>
          </p:nvPr>
        </p:nvGraphicFramePr>
        <p:xfrm>
          <a:off x="1140279" y="1687285"/>
          <a:ext cx="9814026" cy="4223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06639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>
          <a:extLst>
            <a:ext uri="{FF2B5EF4-FFF2-40B4-BE49-F238E27FC236}">
              <a16:creationId xmlns:a16="http://schemas.microsoft.com/office/drawing/2014/main" id="{651838CA-4A78-23D3-F5D0-5752DE5C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2913E6BE-EEAB-02FC-13FA-F6A51B2BDE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Technique 1: Time Series Analysis</a:t>
            </a:r>
            <a:endParaRPr lang="en-US" sz="2800" b="1" dirty="0">
              <a:solidFill>
                <a:schemeClr val="l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A77EC56-FBC9-0F97-56B6-B0A23CDB7513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1615057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Application: Sales and stock price forecasting</a:t>
            </a:r>
          </a:p>
          <a:p>
            <a:r>
              <a:rPr lang="en-US"/>
              <a:t>Components: </a:t>
            </a:r>
          </a:p>
          <a:p>
            <a:pPr>
              <a:buFontTx/>
              <a:buChar char="-"/>
            </a:pPr>
            <a:r>
              <a:rPr lang="en-US"/>
              <a:t>Trend, </a:t>
            </a:r>
          </a:p>
          <a:p>
            <a:pPr>
              <a:buFontTx/>
              <a:buChar char="-"/>
            </a:pPr>
            <a:r>
              <a:rPr lang="en-US"/>
              <a:t>Seasonality, </a:t>
            </a:r>
          </a:p>
          <a:p>
            <a:pPr>
              <a:buFontTx/>
              <a:buChar char="-"/>
            </a:pPr>
            <a:r>
              <a:rPr lang="en-US"/>
              <a:t>Cycles, </a:t>
            </a:r>
          </a:p>
          <a:p>
            <a:pPr>
              <a:buFontTx/>
              <a:buChar char="-"/>
            </a:pPr>
            <a:r>
              <a:rPr lang="en-US"/>
              <a:t>Randomness</a:t>
            </a:r>
          </a:p>
          <a:p>
            <a:pPr>
              <a:buFontTx/>
              <a:buChar char="-"/>
            </a:pPr>
            <a:endParaRPr lang="en-US"/>
          </a:p>
          <a:p>
            <a:pPr marL="0" indent="0">
              <a:buFont typeface="Arial"/>
              <a:buNone/>
            </a:pPr>
            <a:r>
              <a:rPr lang="en-US"/>
              <a:t>Example: Forecast next month's sales based on past 12 months' data.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AF9A0CC-4611-4E57-E276-ECC679FC8BA6}"/>
                  </a:ext>
                </a:extLst>
              </p14:cNvPr>
              <p14:cNvContentPartPr/>
              <p14:nvPr/>
            </p14:nvContentPartPr>
            <p14:xfrm>
              <a:off x="4326050" y="3469188"/>
              <a:ext cx="1073160" cy="1073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AF9A0CC-4611-4E57-E276-ECC679FC8B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19930" y="3463068"/>
                <a:ext cx="1085400" cy="10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4C454F3-63B6-2568-65E5-4738D35BC16F}"/>
                  </a:ext>
                </a:extLst>
              </p14:cNvPr>
              <p14:cNvContentPartPr/>
              <p14:nvPr/>
            </p14:nvContentPartPr>
            <p14:xfrm>
              <a:off x="5426930" y="2303148"/>
              <a:ext cx="6688440" cy="1338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4C454F3-63B6-2568-65E5-4738D35BC16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20810" y="2297028"/>
                <a:ext cx="6700680" cy="13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BD53499-37E6-D1B3-41CA-7DEE5929257A}"/>
                  </a:ext>
                </a:extLst>
              </p14:cNvPr>
              <p14:cNvContentPartPr/>
              <p14:nvPr/>
            </p14:nvContentPartPr>
            <p14:xfrm>
              <a:off x="12122930" y="2408628"/>
              <a:ext cx="119160" cy="9252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BD53499-37E6-D1B3-41CA-7DEE5929257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116810" y="2402508"/>
                <a:ext cx="131400" cy="9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78055DB6-66C5-8791-6C4C-120F2FF58501}"/>
              </a:ext>
            </a:extLst>
          </p:cNvPr>
          <p:cNvGrpSpPr/>
          <p:nvPr/>
        </p:nvGrpSpPr>
        <p:grpSpPr>
          <a:xfrm>
            <a:off x="6158810" y="892308"/>
            <a:ext cx="3427920" cy="955080"/>
            <a:chOff x="6158810" y="892308"/>
            <a:chExt cx="3427920" cy="95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69BC878-8B58-35EF-CA37-AE2FD1840E32}"/>
                    </a:ext>
                  </a:extLst>
                </p14:cNvPr>
                <p14:cNvContentPartPr/>
                <p14:nvPr/>
              </p14:nvContentPartPr>
              <p14:xfrm>
                <a:off x="6158810" y="892308"/>
                <a:ext cx="735840" cy="955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69BC878-8B58-35EF-CA37-AE2FD1840E3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52690" y="886188"/>
                  <a:ext cx="748080" cy="9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FA5A19C-F4A6-38CF-8D2B-C5D7FB9B43B3}"/>
                    </a:ext>
                  </a:extLst>
                </p14:cNvPr>
                <p14:cNvContentPartPr/>
                <p14:nvPr/>
              </p14:nvContentPartPr>
              <p14:xfrm>
                <a:off x="7511690" y="1078068"/>
                <a:ext cx="1747440" cy="533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FA5A19C-F4A6-38CF-8D2B-C5D7FB9B43B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505570" y="1071948"/>
                  <a:ext cx="175968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74BA347-032B-D6B4-AE72-0BBA9D01A5F6}"/>
                    </a:ext>
                  </a:extLst>
                </p14:cNvPr>
                <p14:cNvContentPartPr/>
                <p14:nvPr/>
              </p14:nvContentPartPr>
              <p14:xfrm>
                <a:off x="9270290" y="1091388"/>
                <a:ext cx="316440" cy="591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74BA347-032B-D6B4-AE72-0BBA9D01A5F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264170" y="1085268"/>
                  <a:ext cx="328680" cy="60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9A0EA08-43E0-9EF4-9D99-76FFA3C29B2B}"/>
              </a:ext>
            </a:extLst>
          </p:cNvPr>
          <p:cNvGrpSpPr/>
          <p:nvPr/>
        </p:nvGrpSpPr>
        <p:grpSpPr>
          <a:xfrm>
            <a:off x="697970" y="939108"/>
            <a:ext cx="4113720" cy="742320"/>
            <a:chOff x="697970" y="939108"/>
            <a:chExt cx="4113720" cy="74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E4A3B11-F600-C6B1-99E2-AAB71E503892}"/>
                    </a:ext>
                  </a:extLst>
                </p14:cNvPr>
                <p14:cNvContentPartPr/>
                <p14:nvPr/>
              </p14:nvContentPartPr>
              <p14:xfrm>
                <a:off x="697970" y="991668"/>
                <a:ext cx="893520" cy="371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E4A3B11-F600-C6B1-99E2-AAB71E50389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91850" y="985548"/>
                  <a:ext cx="90576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95A4B2C-B416-D65A-0D1F-708953B08A12}"/>
                    </a:ext>
                  </a:extLst>
                </p14:cNvPr>
                <p14:cNvContentPartPr/>
                <p14:nvPr/>
              </p14:nvContentPartPr>
              <p14:xfrm>
                <a:off x="1700210" y="939108"/>
                <a:ext cx="462960" cy="742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95A4B2C-B416-D65A-0D1F-708953B08A1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94090" y="932988"/>
                  <a:ext cx="475200" cy="75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F973D43-B63A-DD47-07A5-A9F6CC63318E}"/>
                    </a:ext>
                  </a:extLst>
                </p14:cNvPr>
                <p14:cNvContentPartPr/>
                <p14:nvPr/>
              </p14:nvContentPartPr>
              <p14:xfrm>
                <a:off x="2575370" y="1000668"/>
                <a:ext cx="731880" cy="484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973D43-B63A-DD47-07A5-A9F6CC63318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69250" y="994548"/>
                  <a:ext cx="74412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8325FC0-E29F-7A91-B79C-2D35A9BCC0E3}"/>
                    </a:ext>
                  </a:extLst>
                </p14:cNvPr>
                <p14:cNvContentPartPr/>
                <p14:nvPr/>
              </p14:nvContentPartPr>
              <p14:xfrm>
                <a:off x="3488330" y="1069788"/>
                <a:ext cx="426240" cy="475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8325FC0-E29F-7A91-B79C-2D35A9BCC0E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82210" y="1063668"/>
                  <a:ext cx="43848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1C9699B-AAA1-2024-2CED-91DDF78709A6}"/>
                    </a:ext>
                  </a:extLst>
                </p14:cNvPr>
                <p14:cNvContentPartPr/>
                <p14:nvPr/>
              </p14:nvContentPartPr>
              <p14:xfrm>
                <a:off x="4266650" y="1051788"/>
                <a:ext cx="545040" cy="520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1C9699B-AAA1-2024-2CED-91DDF78709A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60530" y="1045668"/>
                  <a:ext cx="55728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7F2AB6D-B52F-B9B8-A0DB-D4AD1243AA86}"/>
                    </a:ext>
                  </a:extLst>
                </p14:cNvPr>
                <p14:cNvContentPartPr/>
                <p14:nvPr/>
              </p14:nvContentPartPr>
              <p14:xfrm>
                <a:off x="746930" y="1619957"/>
                <a:ext cx="3622320" cy="33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7F2AB6D-B52F-B9B8-A0DB-D4AD1243AA8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40810" y="1613837"/>
                  <a:ext cx="363456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CE4524A-00B5-8E2D-5BB2-EF54240CE879}"/>
                  </a:ext>
                </a:extLst>
              </p14:cNvPr>
              <p14:cNvContentPartPr/>
              <p14:nvPr/>
            </p14:nvContentPartPr>
            <p14:xfrm>
              <a:off x="1022690" y="3185237"/>
              <a:ext cx="1281240" cy="601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CE4524A-00B5-8E2D-5BB2-EF54240CE87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16570" y="3179117"/>
                <a:ext cx="129348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D538ACF-AC95-AA2B-E269-3D7E4AED5E48}"/>
                  </a:ext>
                </a:extLst>
              </p14:cNvPr>
              <p14:cNvContentPartPr/>
              <p14:nvPr/>
            </p14:nvContentPartPr>
            <p14:xfrm>
              <a:off x="983090" y="3717677"/>
              <a:ext cx="2123640" cy="97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D538ACF-AC95-AA2B-E269-3D7E4AED5E4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76970" y="3711557"/>
                <a:ext cx="213588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5618C1B-A241-7930-37F4-C621A51C82D1}"/>
                  </a:ext>
                </a:extLst>
              </p14:cNvPr>
              <p14:cNvContentPartPr/>
              <p14:nvPr/>
            </p14:nvContentPartPr>
            <p14:xfrm>
              <a:off x="807050" y="4089917"/>
              <a:ext cx="1218600" cy="1188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5618C1B-A241-7930-37F4-C621A51C82D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00930" y="4083797"/>
                <a:ext cx="1230840" cy="13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FA865547-F0E0-2180-9005-7A1E0580B1B4}"/>
              </a:ext>
            </a:extLst>
          </p:cNvPr>
          <p:cNvGrpSpPr/>
          <p:nvPr/>
        </p:nvGrpSpPr>
        <p:grpSpPr>
          <a:xfrm>
            <a:off x="186770" y="2064468"/>
            <a:ext cx="11252520" cy="4838040"/>
            <a:chOff x="186770" y="2064468"/>
            <a:chExt cx="11252520" cy="48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BED3D32-37FF-0CE5-3514-00CE3F228EA1}"/>
                    </a:ext>
                  </a:extLst>
                </p14:cNvPr>
                <p14:cNvContentPartPr/>
                <p14:nvPr/>
              </p14:nvContentPartPr>
              <p14:xfrm>
                <a:off x="3795050" y="2064468"/>
                <a:ext cx="158400" cy="41418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BED3D32-37FF-0CE5-3514-00CE3F228EA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88930" y="2058348"/>
                  <a:ext cx="170640" cy="41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744EDFA-21F2-95AD-B8F0-994BC86ED079}"/>
                    </a:ext>
                  </a:extLst>
                </p14:cNvPr>
                <p14:cNvContentPartPr/>
                <p14:nvPr/>
              </p14:nvContentPartPr>
              <p14:xfrm>
                <a:off x="924050" y="4777428"/>
                <a:ext cx="10515240" cy="217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744EDFA-21F2-95AD-B8F0-994BC86ED07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17930" y="4771308"/>
                  <a:ext cx="105274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3FDD8B9-F0BD-B6F2-CF11-005A58D79153}"/>
                    </a:ext>
                  </a:extLst>
                </p14:cNvPr>
                <p14:cNvContentPartPr/>
                <p14:nvPr/>
              </p14:nvContentPartPr>
              <p14:xfrm>
                <a:off x="1356410" y="5889468"/>
                <a:ext cx="14760" cy="552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3FDD8B9-F0BD-B6F2-CF11-005A58D7915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50290" y="5883348"/>
                  <a:ext cx="2700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371D7DF-B132-6D1E-1354-780452C9DBAC}"/>
                    </a:ext>
                  </a:extLst>
                </p14:cNvPr>
                <p14:cNvContentPartPr/>
                <p14:nvPr/>
              </p14:nvContentPartPr>
              <p14:xfrm>
                <a:off x="1592210" y="5864268"/>
                <a:ext cx="453240" cy="775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371D7DF-B132-6D1E-1354-780452C9DBA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86090" y="5858148"/>
                  <a:ext cx="465480" cy="78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B689957-EA9C-422E-D6AE-9B3A418C8D17}"/>
                    </a:ext>
                  </a:extLst>
                </p14:cNvPr>
                <p14:cNvContentPartPr/>
                <p14:nvPr/>
              </p14:nvContentPartPr>
              <p14:xfrm>
                <a:off x="2343170" y="5978028"/>
                <a:ext cx="449280" cy="820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B689957-EA9C-422E-D6AE-9B3A418C8D1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37050" y="5971908"/>
                  <a:ext cx="461520" cy="83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49F03A6-A504-DA58-2FAF-AA60DBDE5DF5}"/>
                    </a:ext>
                  </a:extLst>
                </p14:cNvPr>
                <p14:cNvContentPartPr/>
                <p14:nvPr/>
              </p14:nvContentPartPr>
              <p14:xfrm>
                <a:off x="2192690" y="5967948"/>
                <a:ext cx="360" cy="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49F03A6-A504-DA58-2FAF-AA60DBDE5DF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86570" y="59618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410A63E-9E11-970A-04BE-D2DFA80C1DF6}"/>
                    </a:ext>
                  </a:extLst>
                </p14:cNvPr>
                <p14:cNvContentPartPr/>
                <p14:nvPr/>
              </p14:nvContentPartPr>
              <p14:xfrm>
                <a:off x="3185210" y="6902148"/>
                <a:ext cx="36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410A63E-9E11-970A-04BE-D2DFA80C1DF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79090" y="68960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369724C-4D32-44B9-50F9-C9F808A3F2CF}"/>
                    </a:ext>
                  </a:extLst>
                </p14:cNvPr>
                <p14:cNvContentPartPr/>
                <p14:nvPr/>
              </p14:nvContentPartPr>
              <p14:xfrm>
                <a:off x="904610" y="4174517"/>
                <a:ext cx="2843280" cy="595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369724C-4D32-44B9-50F9-C9F808A3F2C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98490" y="4168397"/>
                  <a:ext cx="285552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9377A71-32E2-EE57-37FE-F19979FF71D2}"/>
                    </a:ext>
                  </a:extLst>
                </p14:cNvPr>
                <p14:cNvContentPartPr/>
                <p14:nvPr/>
              </p14:nvContentPartPr>
              <p14:xfrm>
                <a:off x="186770" y="4611557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9377A71-32E2-EE57-37FE-F19979FF71D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80650" y="460543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02684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>
          <a:extLst>
            <a:ext uri="{FF2B5EF4-FFF2-40B4-BE49-F238E27FC236}">
              <a16:creationId xmlns:a16="http://schemas.microsoft.com/office/drawing/2014/main" id="{139EB5DB-E74B-2EA7-377F-64033E498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5997DEA5-7B6D-CB57-71E6-C1A85D7C47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Technique 2: Moving Average Method</a:t>
            </a:r>
            <a:endParaRPr lang="en-US" sz="2800" b="1" dirty="0">
              <a:solidFill>
                <a:schemeClr val="l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590773A-FCA7-6C3F-6D30-6834A079C4AB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015637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Application: Smooth out short-term fluctuations</a:t>
            </a:r>
          </a:p>
          <a:p>
            <a:r>
              <a:rPr lang="en-US" dirty="0"/>
              <a:t>Formula: SMA = (Sum of last n values) / n</a:t>
            </a:r>
          </a:p>
          <a:p>
            <a:endParaRPr lang="en-US" dirty="0"/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Average sales over last 3 months to predict next month.</a:t>
            </a:r>
          </a:p>
        </p:txBody>
      </p:sp>
    </p:spTree>
    <p:extLst>
      <p:ext uri="{BB962C8B-B14F-4D97-AF65-F5344CB8AC3E}">
        <p14:creationId xmlns:p14="http://schemas.microsoft.com/office/powerpoint/2010/main" val="2029096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>
          <a:extLst>
            <a:ext uri="{FF2B5EF4-FFF2-40B4-BE49-F238E27FC236}">
              <a16:creationId xmlns:a16="http://schemas.microsoft.com/office/drawing/2014/main" id="{C66A6E52-D588-F6C7-2632-717407F14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816A99CD-1E8D-CB57-7BEB-5D8440363D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Technique 3: Exponential Smoothing</a:t>
            </a:r>
            <a:endParaRPr lang="en-US" sz="2800" b="1" dirty="0">
              <a:solidFill>
                <a:schemeClr val="lt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55E35CD-65A5-8E77-B68C-81534BD89EF3}"/>
              </a:ext>
            </a:extLst>
          </p:cNvPr>
          <p:cNvSpPr txBox="1">
            <a:spLocks/>
          </p:cNvSpPr>
          <p:nvPr/>
        </p:nvSpPr>
        <p:spPr>
          <a:xfrm>
            <a:off x="438704" y="971944"/>
            <a:ext cx="10981227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Application: Weight recent data more. This means predict next period's value by giving more weight to recent data.</a:t>
            </a:r>
          </a:p>
          <a:p>
            <a:endParaRPr lang="en-US" dirty="0"/>
          </a:p>
          <a:p>
            <a:r>
              <a:rPr lang="en-US" dirty="0"/>
              <a:t>Formula: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A6130E-50B7-EE31-FA31-510B384DC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514" y="2912790"/>
            <a:ext cx="8632371" cy="369065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78CEF1A-455D-2F4F-8D76-8CC3E94A3FC9}"/>
                  </a:ext>
                </a:extLst>
              </p14:cNvPr>
              <p14:cNvContentPartPr/>
              <p14:nvPr/>
            </p14:nvContentPartPr>
            <p14:xfrm>
              <a:off x="8350850" y="4463148"/>
              <a:ext cx="1737000" cy="1815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78CEF1A-455D-2F4F-8D76-8CC3E94A3FC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44730" y="4457028"/>
                <a:ext cx="1749240" cy="18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EA6B466-AD4B-315B-AFA0-8137F5FB9D32}"/>
                  </a:ext>
                </a:extLst>
              </p14:cNvPr>
              <p14:cNvContentPartPr/>
              <p14:nvPr/>
            </p14:nvContentPartPr>
            <p14:xfrm>
              <a:off x="8659010" y="1572708"/>
              <a:ext cx="1318680" cy="14270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EA6B466-AD4B-315B-AFA0-8137F5FB9D3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52890" y="1566588"/>
                <a:ext cx="1330920" cy="143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BF8CA8EC-2ED4-1371-154B-6790539C15D1}"/>
              </a:ext>
            </a:extLst>
          </p:cNvPr>
          <p:cNvGrpSpPr/>
          <p:nvPr/>
        </p:nvGrpSpPr>
        <p:grpSpPr>
          <a:xfrm>
            <a:off x="8839010" y="1651548"/>
            <a:ext cx="3175200" cy="5182200"/>
            <a:chOff x="8839010" y="1651548"/>
            <a:chExt cx="3175200" cy="518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A9A0442-5C3F-1499-8B72-0D67890460FE}"/>
                    </a:ext>
                  </a:extLst>
                </p14:cNvPr>
                <p14:cNvContentPartPr/>
                <p14:nvPr/>
              </p14:nvContentPartPr>
              <p14:xfrm>
                <a:off x="9015770" y="1651548"/>
                <a:ext cx="273960" cy="928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A9A0442-5C3F-1499-8B72-0D67890460F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09650" y="1645428"/>
                  <a:ext cx="286200" cy="9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4B86772-D9C3-ED64-23BE-FC246A92297E}"/>
                    </a:ext>
                  </a:extLst>
                </p14:cNvPr>
                <p14:cNvContentPartPr/>
                <p14:nvPr/>
              </p14:nvContentPartPr>
              <p14:xfrm>
                <a:off x="9035930" y="1651908"/>
                <a:ext cx="336600" cy="392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4B86772-D9C3-ED64-23BE-FC246A92297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29810" y="1645788"/>
                  <a:ext cx="34884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F659B93-AC4C-4DCF-5F65-584E564E81B5}"/>
                    </a:ext>
                  </a:extLst>
                </p14:cNvPr>
                <p14:cNvContentPartPr/>
                <p14:nvPr/>
              </p14:nvContentPartPr>
              <p14:xfrm>
                <a:off x="9281450" y="2153028"/>
                <a:ext cx="378360" cy="865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F659B93-AC4C-4DCF-5F65-584E564E81B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275330" y="2146908"/>
                  <a:ext cx="390600" cy="87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73A5C2D-55E5-1557-8EBC-34E1D3E42883}"/>
                    </a:ext>
                  </a:extLst>
                </p14:cNvPr>
                <p14:cNvContentPartPr/>
                <p14:nvPr/>
              </p14:nvContentPartPr>
              <p14:xfrm>
                <a:off x="9399530" y="3323388"/>
                <a:ext cx="130320" cy="1519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73A5C2D-55E5-1557-8EBC-34E1D3E4288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393410" y="3317268"/>
                  <a:ext cx="142560" cy="153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DAE6698-E300-48EF-5462-AA491F780372}"/>
                    </a:ext>
                  </a:extLst>
                </p14:cNvPr>
                <p14:cNvContentPartPr/>
                <p14:nvPr/>
              </p14:nvContentPartPr>
              <p14:xfrm>
                <a:off x="9102170" y="4637748"/>
                <a:ext cx="289080" cy="1449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DAE6698-E300-48EF-5462-AA491F78037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096050" y="4631628"/>
                  <a:ext cx="301320" cy="14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599672A-3AA8-011A-6DF2-295D0B0473F1}"/>
                    </a:ext>
                  </a:extLst>
                </p14:cNvPr>
                <p14:cNvContentPartPr/>
                <p14:nvPr/>
              </p14:nvContentPartPr>
              <p14:xfrm>
                <a:off x="9291530" y="5377188"/>
                <a:ext cx="420480" cy="661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599672A-3AA8-011A-6DF2-295D0B0473F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285410" y="5371068"/>
                  <a:ext cx="432720" cy="67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425F5F2-F08D-01CC-5245-CFC606669C63}"/>
                    </a:ext>
                  </a:extLst>
                </p14:cNvPr>
                <p14:cNvContentPartPr/>
                <p14:nvPr/>
              </p14:nvContentPartPr>
              <p14:xfrm>
                <a:off x="9468290" y="5810268"/>
                <a:ext cx="315000" cy="20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425F5F2-F08D-01CC-5245-CFC606669C6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462170" y="5804148"/>
                  <a:ext cx="327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28C4335-F751-489F-84B0-35E297613828}"/>
                    </a:ext>
                  </a:extLst>
                </p14:cNvPr>
                <p14:cNvContentPartPr/>
                <p14:nvPr/>
              </p14:nvContentPartPr>
              <p14:xfrm>
                <a:off x="8839010" y="6173508"/>
                <a:ext cx="3175200" cy="100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28C4335-F751-489F-84B0-35E29761382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832890" y="6167388"/>
                  <a:ext cx="31874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2432031-9F21-DB5B-12F4-F591D8725F31}"/>
                    </a:ext>
                  </a:extLst>
                </p14:cNvPr>
                <p14:cNvContentPartPr/>
                <p14:nvPr/>
              </p14:nvContentPartPr>
              <p14:xfrm>
                <a:off x="9249770" y="6291228"/>
                <a:ext cx="209880" cy="416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2432031-9F21-DB5B-12F4-F591D8725F3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243650" y="6285108"/>
                  <a:ext cx="22212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E5A45A1-4320-5F3D-570B-2035C85C74E1}"/>
                    </a:ext>
                  </a:extLst>
                </p14:cNvPr>
                <p14:cNvContentPartPr/>
                <p14:nvPr/>
              </p14:nvContentPartPr>
              <p14:xfrm>
                <a:off x="9522650" y="6636828"/>
                <a:ext cx="162360" cy="196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E5A45A1-4320-5F3D-570B-2035C85C74E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516530" y="6630708"/>
                  <a:ext cx="1746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D411F52-0C22-9541-F127-29E227A17BB8}"/>
                    </a:ext>
                  </a:extLst>
                </p14:cNvPr>
                <p14:cNvContentPartPr/>
                <p14:nvPr/>
              </p14:nvContentPartPr>
              <p14:xfrm>
                <a:off x="9291530" y="2172828"/>
                <a:ext cx="360" cy="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D411F52-0C22-9541-F127-29E227A17BB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285410" y="216670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C79CB8C-E66F-20E1-3205-8ED0B50DE1FB}"/>
                  </a:ext>
                </a:extLst>
              </p14:cNvPr>
              <p14:cNvContentPartPr/>
              <p14:nvPr/>
            </p14:nvContentPartPr>
            <p14:xfrm>
              <a:off x="2841410" y="1464708"/>
              <a:ext cx="4079880" cy="108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C79CB8C-E66F-20E1-3205-8ED0B50DE1F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835290" y="1458588"/>
                <a:ext cx="409212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5E60D48-AECA-24CA-1739-6F966740D209}"/>
                  </a:ext>
                </a:extLst>
              </p14:cNvPr>
              <p14:cNvContentPartPr/>
              <p14:nvPr/>
            </p14:nvContentPartPr>
            <p14:xfrm>
              <a:off x="4866770" y="3460908"/>
              <a:ext cx="628920" cy="691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5E60D48-AECA-24CA-1739-6F966740D209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860650" y="3454788"/>
                <a:ext cx="64116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8C690EC-327E-4845-D35B-1871436FB53C}"/>
                  </a:ext>
                </a:extLst>
              </p14:cNvPr>
              <p14:cNvContentPartPr/>
              <p14:nvPr/>
            </p14:nvContentPartPr>
            <p14:xfrm>
              <a:off x="6656330" y="3450828"/>
              <a:ext cx="384120" cy="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8C690EC-327E-4845-D35B-1871436FB53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649850" y="3444708"/>
                <a:ext cx="39636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5023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>
          <a:extLst>
            <a:ext uri="{FF2B5EF4-FFF2-40B4-BE49-F238E27FC236}">
              <a16:creationId xmlns:a16="http://schemas.microsoft.com/office/drawing/2014/main" id="{A6E606A2-F332-F062-FCCB-E57CAAB36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6CACD156-AB68-C114-0FB7-BC995B2241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Applications in Business and Finance</a:t>
            </a:r>
            <a:endParaRPr lang="en-US" sz="2800" b="1" dirty="0">
              <a:solidFill>
                <a:schemeClr val="lt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E1EDCCD-A101-3FC9-872B-33A2461C3FE0}"/>
              </a:ext>
            </a:extLst>
          </p:cNvPr>
          <p:cNvSpPr txBox="1">
            <a:spLocks/>
          </p:cNvSpPr>
          <p:nvPr/>
        </p:nvSpPr>
        <p:spPr>
          <a:xfrm>
            <a:off x="152400" y="1166018"/>
            <a:ext cx="11473543" cy="539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Financial Markets: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Forecast stock prices (Time Series, Regression)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Risk assessment (Decision Trees)</a:t>
            </a:r>
          </a:p>
          <a:p>
            <a:endParaRPr lang="en-US" dirty="0"/>
          </a:p>
          <a:p>
            <a:r>
              <a:rPr lang="en-US" dirty="0"/>
              <a:t>Business Planning: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Optimize production (Linear Programming)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Budgeting and sales forecasting (Moving Averages, Exponential Smoothing)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r>
              <a:rPr lang="en-US" dirty="0"/>
              <a:t>Operations: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Budgeting,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Production planning</a:t>
            </a:r>
          </a:p>
        </p:txBody>
      </p:sp>
    </p:spTree>
    <p:extLst>
      <p:ext uri="{BB962C8B-B14F-4D97-AF65-F5344CB8AC3E}">
        <p14:creationId xmlns:p14="http://schemas.microsoft.com/office/powerpoint/2010/main" val="362814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>
          <a:extLst>
            <a:ext uri="{FF2B5EF4-FFF2-40B4-BE49-F238E27FC236}">
              <a16:creationId xmlns:a16="http://schemas.microsoft.com/office/drawing/2014/main" id="{F2125D54-DB58-AEDE-3684-0C5C762BD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81BF9B9B-0076-5A50-BA2A-CCB0E817A3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MCQ</a:t>
            </a:r>
            <a:endParaRPr lang="en-US" sz="2800" b="1" dirty="0">
              <a:solidFill>
                <a:schemeClr val="l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E9FE7B-AB0D-CE41-530A-DD615D4E98C9}"/>
              </a:ext>
            </a:extLst>
          </p:cNvPr>
          <p:cNvSpPr txBox="1"/>
          <p:nvPr/>
        </p:nvSpPr>
        <p:spPr>
          <a:xfrm>
            <a:off x="438704" y="1287568"/>
            <a:ext cx="1077358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Q1:</a:t>
            </a:r>
            <a:r>
              <a:rPr lang="en-US" sz="2400" dirty="0"/>
              <a:t> What is the main drawback of group decision-making?</a:t>
            </a:r>
            <a:br>
              <a:rPr lang="en-US" sz="2400" dirty="0"/>
            </a:br>
            <a:r>
              <a:rPr lang="en-US" sz="2400" dirty="0"/>
              <a:t>A) Speed</a:t>
            </a:r>
            <a:br>
              <a:rPr lang="en-US" sz="2400" dirty="0"/>
            </a:br>
            <a:r>
              <a:rPr lang="en-US" sz="2400" dirty="0"/>
              <a:t>B) Cost</a:t>
            </a:r>
            <a:br>
              <a:rPr lang="en-US" sz="2400" dirty="0"/>
            </a:br>
            <a:r>
              <a:rPr lang="en-US" sz="2400" dirty="0"/>
              <a:t>C) Groupism</a:t>
            </a:r>
            <a:br>
              <a:rPr lang="en-US" sz="2400" dirty="0"/>
            </a:br>
            <a:r>
              <a:rPr lang="en-US" sz="2400" dirty="0"/>
              <a:t>D) Independence</a:t>
            </a:r>
          </a:p>
          <a:p>
            <a:endParaRPr lang="en-US" sz="2400" dirty="0"/>
          </a:p>
          <a:p>
            <a:r>
              <a:rPr lang="en-US" sz="2400" b="1" dirty="0"/>
              <a:t>Q2:</a:t>
            </a:r>
            <a:r>
              <a:rPr lang="en-US" sz="2400" dirty="0"/>
              <a:t> Linear Programming is primarily used for:</a:t>
            </a:r>
            <a:br>
              <a:rPr lang="en-US" sz="2400" dirty="0"/>
            </a:br>
            <a:r>
              <a:rPr lang="en-US" sz="2400" dirty="0"/>
              <a:t>A) Predicting sales</a:t>
            </a:r>
            <a:br>
              <a:rPr lang="en-US" sz="2400" dirty="0"/>
            </a:br>
            <a:r>
              <a:rPr lang="en-US" sz="2400" dirty="0"/>
              <a:t>B) Resource optimization </a:t>
            </a:r>
            <a:br>
              <a:rPr lang="en-US" sz="2400" dirty="0"/>
            </a:br>
            <a:r>
              <a:rPr lang="en-US" sz="2400" dirty="0"/>
              <a:t>C) Customer segmentation</a:t>
            </a:r>
            <a:br>
              <a:rPr lang="en-US" sz="2400" dirty="0"/>
            </a:br>
            <a:r>
              <a:rPr lang="en-US" sz="2400" dirty="0"/>
              <a:t>D) Brainstorming</a:t>
            </a:r>
          </a:p>
        </p:txBody>
      </p:sp>
    </p:spTree>
    <p:extLst>
      <p:ext uri="{BB962C8B-B14F-4D97-AF65-F5344CB8AC3E}">
        <p14:creationId xmlns:p14="http://schemas.microsoft.com/office/powerpoint/2010/main" val="2311359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>
          <a:extLst>
            <a:ext uri="{FF2B5EF4-FFF2-40B4-BE49-F238E27FC236}">
              <a16:creationId xmlns:a16="http://schemas.microsoft.com/office/drawing/2014/main" id="{2371A822-4262-1228-CC52-013915DA4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2A27FD64-9B1D-31BE-20EF-C44ADF3A92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MCQ</a:t>
            </a:r>
            <a:endParaRPr lang="en-US" sz="2800" b="1" dirty="0">
              <a:solidFill>
                <a:schemeClr val="l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954F39-2055-1F48-B424-6E41F11455BC}"/>
              </a:ext>
            </a:extLst>
          </p:cNvPr>
          <p:cNvSpPr txBox="1"/>
          <p:nvPr/>
        </p:nvSpPr>
        <p:spPr>
          <a:xfrm>
            <a:off x="438704" y="1287568"/>
            <a:ext cx="1077358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Q1: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What is the main drawback of group decision-making?</a:t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A) Speed</a:t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B) Cost</a:t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C) Groupism ✅</a:t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D) Independence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Q2: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Linear Programming is primarily used for:</a:t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A) Predicting sales</a:t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B) Resource optimization ✅</a:t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C) Customer segmentation</a:t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D) Brainstorming</a:t>
            </a:r>
          </a:p>
        </p:txBody>
      </p:sp>
    </p:spTree>
    <p:extLst>
      <p:ext uri="{BB962C8B-B14F-4D97-AF65-F5344CB8AC3E}">
        <p14:creationId xmlns:p14="http://schemas.microsoft.com/office/powerpoint/2010/main" val="3717013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>
          <a:extLst>
            <a:ext uri="{FF2B5EF4-FFF2-40B4-BE49-F238E27FC236}">
              <a16:creationId xmlns:a16="http://schemas.microsoft.com/office/drawing/2014/main" id="{27C9DAE3-68E0-0174-35CD-ED5339547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DB65D6DE-7D65-B9BF-F10B-BB34D94B9E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MCQ</a:t>
            </a:r>
            <a:endParaRPr lang="en-US" sz="2800" b="1" dirty="0">
              <a:solidFill>
                <a:schemeClr val="l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548954-8285-15AB-E449-133F63C17755}"/>
              </a:ext>
            </a:extLst>
          </p:cNvPr>
          <p:cNvSpPr txBox="1"/>
          <p:nvPr/>
        </p:nvSpPr>
        <p:spPr>
          <a:xfrm>
            <a:off x="351619" y="1080740"/>
            <a:ext cx="959792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Q3:</a:t>
            </a:r>
            <a:r>
              <a:rPr lang="en-US" sz="2800" dirty="0"/>
              <a:t> Exponential smoothing is a method of:</a:t>
            </a:r>
            <a:br>
              <a:rPr lang="en-US" sz="2800" dirty="0"/>
            </a:br>
            <a:r>
              <a:rPr lang="en-US" sz="2800" dirty="0"/>
              <a:t>A) Estimation </a:t>
            </a:r>
            <a:br>
              <a:rPr lang="en-US" sz="2800" dirty="0"/>
            </a:br>
            <a:r>
              <a:rPr lang="en-US" sz="2800" dirty="0"/>
              <a:t>B) Cost reduction</a:t>
            </a:r>
            <a:br>
              <a:rPr lang="en-US" sz="2800" dirty="0"/>
            </a:br>
            <a:r>
              <a:rPr lang="en-US" sz="2800" dirty="0"/>
              <a:t>C) Optimization</a:t>
            </a:r>
            <a:br>
              <a:rPr lang="en-US" sz="2800" dirty="0"/>
            </a:br>
            <a:r>
              <a:rPr lang="en-US" sz="2800" dirty="0"/>
              <a:t>D) Data mining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802079-BB65-3009-FCD4-91A3BE243DD9}"/>
              </a:ext>
            </a:extLst>
          </p:cNvPr>
          <p:cNvSpPr txBox="1"/>
          <p:nvPr/>
        </p:nvSpPr>
        <p:spPr>
          <a:xfrm>
            <a:off x="438705" y="3854324"/>
            <a:ext cx="103490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Exercise:</a:t>
            </a:r>
            <a:br>
              <a:rPr lang="en-US" sz="2400" dirty="0"/>
            </a:br>
            <a:r>
              <a:rPr lang="en-US" sz="2400" dirty="0"/>
              <a:t>Given sales data for last 3 months: ₹1000, ₹1200, ₹1100. Find 3-month moving average.</a:t>
            </a:r>
          </a:p>
        </p:txBody>
      </p:sp>
    </p:spTree>
    <p:extLst>
      <p:ext uri="{BB962C8B-B14F-4D97-AF65-F5344CB8AC3E}">
        <p14:creationId xmlns:p14="http://schemas.microsoft.com/office/powerpoint/2010/main" val="3979271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">
          <a:extLst>
            <a:ext uri="{FF2B5EF4-FFF2-40B4-BE49-F238E27FC236}">
              <a16:creationId xmlns:a16="http://schemas.microsoft.com/office/drawing/2014/main" id="{E344AE43-66B3-EE23-9F76-AADEEC96B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92126ACF-7542-C403-7F04-22DF30F151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MCQ</a:t>
            </a:r>
            <a:endParaRPr lang="en-US" sz="2800" b="1" dirty="0">
              <a:solidFill>
                <a:schemeClr val="l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DA4387-94CC-5F40-B818-2B74F8BFD751}"/>
              </a:ext>
            </a:extLst>
          </p:cNvPr>
          <p:cNvSpPr txBox="1"/>
          <p:nvPr/>
        </p:nvSpPr>
        <p:spPr>
          <a:xfrm>
            <a:off x="351619" y="1080740"/>
            <a:ext cx="959792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Q3: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Exponential smoothing is a method of:</a:t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A) Estimation </a:t>
            </a:r>
            <a:r>
              <a:rPr lang="en-US" sz="3600" dirty="0"/>
              <a:t>✅</a:t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B) Cost reduction</a:t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C) Optimization</a:t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D) Data mining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6C6761-C763-D94D-3178-8855D4F28589}"/>
              </a:ext>
            </a:extLst>
          </p:cNvPr>
          <p:cNvSpPr txBox="1"/>
          <p:nvPr/>
        </p:nvSpPr>
        <p:spPr>
          <a:xfrm>
            <a:off x="438705" y="3854324"/>
            <a:ext cx="103490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Exercise:</a:t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Given sales data for last 3 months: ₹1000, ₹1200, ₹1100. Find 3-month moving average.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E806B0-8AE7-883D-08F2-5BA216AB7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762" y="5054653"/>
            <a:ext cx="5334744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13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Session Summary</a:t>
            </a:r>
            <a:endParaRPr sz="2800" b="1">
              <a:solidFill>
                <a:schemeClr val="lt1"/>
              </a:solidFill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826574" y="1882563"/>
            <a:ext cx="999710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 this session, we have discussed about:</a:t>
            </a:r>
            <a:endParaRPr sz="2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F93D1-7404-1022-4C82-BE830B29C592}"/>
              </a:ext>
            </a:extLst>
          </p:cNvPr>
          <p:cNvSpPr txBox="1">
            <a:spLocks/>
          </p:cNvSpPr>
          <p:nvPr/>
        </p:nvSpPr>
        <p:spPr>
          <a:xfrm>
            <a:off x="710333" y="2310900"/>
            <a:ext cx="8229600" cy="202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Understand group decision-making</a:t>
            </a:r>
          </a:p>
          <a:p>
            <a:r>
              <a:rPr lang="en-US" dirty="0"/>
              <a:t>Apply quantitative and statistical models</a:t>
            </a:r>
          </a:p>
          <a:p>
            <a:r>
              <a:rPr lang="en-US" dirty="0"/>
              <a:t>Learn forecasting techniques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">
          <a:extLst>
            <a:ext uri="{FF2B5EF4-FFF2-40B4-BE49-F238E27FC236}">
              <a16:creationId xmlns:a16="http://schemas.microsoft.com/office/drawing/2014/main" id="{5FB00ED8-E0D5-CE6C-1A4B-579F9DF60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>
            <a:extLst>
              <a:ext uri="{FF2B5EF4-FFF2-40B4-BE49-F238E27FC236}">
                <a16:creationId xmlns:a16="http://schemas.microsoft.com/office/drawing/2014/main" id="{23F8CA75-986E-730B-C2FE-357CF695DF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2800" b="1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References </a:t>
            </a:r>
            <a:endParaRPr sz="2800" b="1" dirty="0">
              <a:solidFill>
                <a:schemeClr val="l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0670D-3EFA-9CA0-706B-54415B60143C}"/>
              </a:ext>
            </a:extLst>
          </p:cNvPr>
          <p:cNvSpPr txBox="1">
            <a:spLocks/>
          </p:cNvSpPr>
          <p:nvPr/>
        </p:nvSpPr>
        <p:spPr>
          <a:xfrm>
            <a:off x="253131" y="1091700"/>
            <a:ext cx="11742925" cy="564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Calibri"/>
                <a:cs typeface="Calibri"/>
                <a:sym typeface="Calibri"/>
                <a:hlinkClick r:id="rId4"/>
              </a:rPr>
              <a:t>How to Formulate a Linear Programming Problem — the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Calibri"/>
                <a:cs typeface="Calibri"/>
                <a:sym typeface="Calibri"/>
                <a:hlinkClick r:id="rId4"/>
              </a:rPr>
              <a:t>Davengers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Calibri"/>
                <a:cs typeface="Calibri"/>
                <a:sym typeface="Calibri"/>
                <a:hlinkClick r:id="rId4"/>
              </a:rPr>
              <a:t> way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Calibri"/>
              <a:cs typeface="Calibri"/>
              <a:sym typeface="Calibri"/>
            </a:endParaRPr>
          </a:p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tabLst/>
              <a:defRPr/>
            </a:pPr>
            <a:endParaRPr lang="en-US" sz="1800" dirty="0">
              <a:solidFill>
                <a:srgbClr val="000000"/>
              </a:solidFill>
              <a:latin typeface="+mj-lt"/>
            </a:endParaRPr>
          </a:p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Calibri"/>
                <a:cs typeface="Calibri"/>
                <a:sym typeface="Calibri"/>
              </a:rPr>
              <a:t>-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Calibri"/>
                <a:cs typeface="Calibri"/>
                <a:sym typeface="Calibri"/>
                <a:hlinkClick r:id="rId5"/>
              </a:rPr>
              <a:t>How the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Calibri"/>
                <a:cs typeface="Calibri"/>
                <a:sym typeface="Calibri"/>
                <a:hlinkClick r:id="rId5"/>
              </a:rPr>
              <a:t>Davengers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Calibri"/>
                <a:cs typeface="Calibri"/>
                <a:sym typeface="Calibri"/>
                <a:hlinkClick r:id="rId5"/>
              </a:rPr>
              <a:t> Solved a Linear Programming Problem using Python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Calibri"/>
              <a:cs typeface="Calibri"/>
              <a:sym typeface="Calibri"/>
            </a:endParaRPr>
          </a:p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tabLst/>
              <a:defRPr/>
            </a:pPr>
            <a:endParaRPr lang="en-US" sz="1800" dirty="0">
              <a:solidFill>
                <a:srgbClr val="000000"/>
              </a:solidFill>
              <a:latin typeface="+mj-lt"/>
              <a:hlinkClick r:id="rId6"/>
            </a:endParaRPr>
          </a:p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Calibri"/>
                <a:cs typeface="Calibri"/>
                <a:sym typeface="Calibri"/>
                <a:hlinkClick r:id="rId6"/>
              </a:rPr>
              <a:t>https://medium.com/@vikashsinghy2k/complete-guide-to-decision-tree-classification-in-python-with-code-examples-6f69f408f880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Calibri"/>
              <a:cs typeface="Calibri"/>
              <a:sym typeface="Calibri"/>
            </a:endParaRPr>
          </a:p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tabLst/>
              <a:defRPr/>
            </a:pPr>
            <a:endParaRPr lang="en-US" sz="1800" dirty="0">
              <a:solidFill>
                <a:srgbClr val="000000"/>
              </a:solidFill>
              <a:latin typeface="+mj-lt"/>
            </a:endParaRPr>
          </a:p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latin typeface="+mj-lt"/>
                <a:hlinkClick r:id="rId7"/>
              </a:rPr>
              <a:t>https://medium.com/@vikashsinghy2k/beginners-guide-to-linear-regression-in-python-0fce3b1d1bf0</a:t>
            </a:r>
            <a:endParaRPr lang="en-US" sz="1800" dirty="0">
              <a:solidFill>
                <a:srgbClr val="000000"/>
              </a:solidFill>
              <a:latin typeface="+mj-lt"/>
            </a:endParaRPr>
          </a:p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tabLst/>
              <a:defRPr/>
            </a:pPr>
            <a:endParaRPr lang="en-US" sz="1800" dirty="0">
              <a:solidFill>
                <a:srgbClr val="000000"/>
              </a:solidFill>
              <a:latin typeface="+mj-lt"/>
            </a:endParaRPr>
          </a:p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4083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1083785" y="2842955"/>
            <a:ext cx="6126987" cy="1172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1C34"/>
              </a:buClr>
              <a:buSzPts val="6000"/>
              <a:buFont typeface="Avenir"/>
              <a:buNone/>
            </a:pPr>
            <a:r>
              <a:rPr lang="en-US" sz="6000" b="1">
                <a:solidFill>
                  <a:srgbClr val="9E1C34"/>
                </a:solidFill>
                <a:latin typeface="Avenir"/>
                <a:ea typeface="Avenir"/>
                <a:cs typeface="Avenir"/>
                <a:sym typeface="Avenir"/>
              </a:rPr>
              <a:t>Happy Learning</a:t>
            </a:r>
            <a:endParaRPr sz="6000" b="1">
              <a:solidFill>
                <a:srgbClr val="9E1C3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3546</TotalTime>
  <Words>1034</Words>
  <Application>Microsoft Office PowerPoint</Application>
  <PresentationFormat>Widescreen</PresentationFormat>
  <Paragraphs>176</Paragraphs>
  <Slides>29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Avenir</vt:lpstr>
      <vt:lpstr>Calibri</vt:lpstr>
      <vt:lpstr>Spectral</vt:lpstr>
      <vt:lpstr>Wingdings</vt:lpstr>
      <vt:lpstr>Office Theme</vt:lpstr>
      <vt:lpstr>PowerPoint Presentation</vt:lpstr>
      <vt:lpstr>Learning Objectives</vt:lpstr>
      <vt:lpstr>Introduction to Group Decision-Making</vt:lpstr>
      <vt:lpstr>Advantages of Group Decision-Making</vt:lpstr>
      <vt:lpstr>Disadvantages of Group Decision-Making</vt:lpstr>
      <vt:lpstr>Forms of Group Decision-Making</vt:lpstr>
      <vt:lpstr>Forms of Group Decision-Making</vt:lpstr>
      <vt:lpstr>Employee attrition</vt:lpstr>
      <vt:lpstr>What are Quantitative Techniques?</vt:lpstr>
      <vt:lpstr>Model 1: Linear Programming (LP)</vt:lpstr>
      <vt:lpstr>Model 2: Decision Trees</vt:lpstr>
      <vt:lpstr>Sample Decision Trees</vt:lpstr>
      <vt:lpstr>Model 3: Regression Analysis</vt:lpstr>
      <vt:lpstr>MCQ</vt:lpstr>
      <vt:lpstr>MCQ</vt:lpstr>
      <vt:lpstr>PowerPoint Presentation</vt:lpstr>
      <vt:lpstr>Forecasting &amp; Estimation in Business Decision-Making</vt:lpstr>
      <vt:lpstr>What is Forecasting &amp; Estimation?</vt:lpstr>
      <vt:lpstr>Technique 1: Time Series Analysis</vt:lpstr>
      <vt:lpstr>Technique 2: Moving Average Method</vt:lpstr>
      <vt:lpstr>Technique 3: Exponential Smoothing</vt:lpstr>
      <vt:lpstr>Applications in Business and Finance</vt:lpstr>
      <vt:lpstr>MCQ</vt:lpstr>
      <vt:lpstr>MCQ</vt:lpstr>
      <vt:lpstr>MCQ</vt:lpstr>
      <vt:lpstr>MCQ</vt:lpstr>
      <vt:lpstr>Session Summary</vt:lpstr>
      <vt:lpstr>References </vt:lpstr>
      <vt:lpstr>Happy Learning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Gaurav Yawalkar</dc:creator>
  <cp:lastModifiedBy>Vikash Singh</cp:lastModifiedBy>
  <cp:revision>171</cp:revision>
  <dcterms:created xsi:type="dcterms:W3CDTF">2024-09-27T05:18:16Z</dcterms:created>
  <dcterms:modified xsi:type="dcterms:W3CDTF">2025-11-16T10:33:36Z</dcterms:modified>
</cp:coreProperties>
</file>